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70" r:id="rId5"/>
    <p:sldMasterId id="2147483693" r:id="rId6"/>
  </p:sldMasterIdLst>
  <p:notesMasterIdLst>
    <p:notesMasterId r:id="rId13"/>
  </p:notesMasterIdLst>
  <p:sldIdLst>
    <p:sldId id="257" r:id="rId7"/>
    <p:sldId id="353" r:id="rId8"/>
    <p:sldId id="359" r:id="rId9"/>
    <p:sldId id="356" r:id="rId10"/>
    <p:sldId id="355" r:id="rId11"/>
    <p:sldId id="360" r:id="rId12"/>
  </p:sldIdLst>
  <p:sldSz cx="12192000" cy="6858000"/>
  <p:notesSz cx="6858000" cy="9144000"/>
  <p:embeddedFontLst>
    <p:embeddedFont>
      <p:font typeface="Sofia Pro Black" panose="00000A00000000000000" pitchFamily="2" charset="0"/>
      <p:bold r:id="rId14"/>
      <p:italic r:id="rId15"/>
      <p:boldItalic r:id="rId16"/>
    </p:embeddedFont>
    <p:embeddedFont>
      <p:font typeface="Sofia Pro Medium" panose="00000600000000000000" pitchFamily="2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2024"/>
    <a:srgbClr val="262F38"/>
    <a:srgbClr val="898A8D"/>
    <a:srgbClr val="FF8F1C"/>
    <a:srgbClr val="F3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87" autoAdjust="0"/>
  </p:normalViewPr>
  <p:slideViewPr>
    <p:cSldViewPr snapToGrid="0" snapToObjects="1">
      <p:cViewPr varScale="1">
        <p:scale>
          <a:sx n="150" d="100"/>
          <a:sy n="150" d="100"/>
        </p:scale>
        <p:origin x="164" y="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2C9D1-5CCB-42D5-82DD-49A77BCC696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47B5F-AD05-4D31-960E-6752281B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36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I’m Andie Andrews and I’m going to demonstrate a Natural Language API-Driven Scheduling Agent</a:t>
            </a:r>
          </a:p>
          <a:p>
            <a:endParaRPr lang="en-US" dirty="0"/>
          </a:p>
          <a:p>
            <a:r>
              <a:rPr lang="en-US" dirty="0"/>
              <a:t>built for workforce management.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47B5F-AD05-4D31-960E-6752281B31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08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little about me</a:t>
            </a:r>
          </a:p>
          <a:p>
            <a:endParaRPr lang="en-US" dirty="0"/>
          </a:p>
          <a:p>
            <a:r>
              <a:rPr lang="en-US" dirty="0"/>
              <a:t>I’m a mom of for 4 and I love gardening. </a:t>
            </a:r>
          </a:p>
          <a:p>
            <a:endParaRPr lang="en-US" dirty="0"/>
          </a:p>
          <a:p>
            <a:r>
              <a:rPr lang="en-US" dirty="0"/>
              <a:t>For my other hobby I’m a fullstack Staff Software Engineer at Paylocity. I’ve been at Paylocity for 9 years now and  I have been  developing software for over 20 years.</a:t>
            </a:r>
          </a:p>
          <a:p>
            <a:endParaRPr lang="en-US" dirty="0"/>
          </a:p>
          <a:p>
            <a:r>
              <a:rPr lang="en-US" dirty="0"/>
              <a:t>Even though I’m fullstack engineer, I specialize in system designs, scalable systems, API’s, backend services and system integrations. </a:t>
            </a:r>
          </a:p>
          <a:p>
            <a:endParaRPr lang="en-US" dirty="0"/>
          </a:p>
          <a:p>
            <a:r>
              <a:rPr lang="en-US" dirty="0"/>
              <a:t>I’m super excited to be learning how to implement and integrate AI into software to solve real world business problem.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47B5F-AD05-4D31-960E-6752281B31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am going to demo today is Scheduler Pro, which is a web scheduling application with a built in AI agent that supports natural language and translates it into real API CRUD actions.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It’s built with an orchestration layer using </a:t>
            </a:r>
            <a:r>
              <a:rPr lang="en-US" dirty="0" err="1"/>
              <a:t>OpenAPI</a:t>
            </a:r>
            <a:r>
              <a:rPr lang="en-US" dirty="0"/>
              <a:t> Specifications to perform actions against API calls to meet the user's intent. </a:t>
            </a:r>
          </a:p>
          <a:p>
            <a:endParaRPr lang="en-US" dirty="0"/>
          </a:p>
          <a:p>
            <a:r>
              <a:rPr lang="en-US" dirty="0"/>
              <a:t>This aims to eliminate complex UI navigation, reduce management time in scheduling  while easing accessibility for both manager and employees to get information about their schedules.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47B5F-AD05-4D31-960E-6752281B31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47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and AI Agent is built in Python using </a:t>
            </a:r>
            <a:r>
              <a:rPr lang="en-US" dirty="0" err="1"/>
              <a:t>Streamlit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backend is fully API driven and hosted in Azure and persists to an Azure SQL Database.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E47B5F-AD05-4D31-960E-6752281B31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9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BA20-3E06-2544-B518-6D6D31C60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562A9-9F49-134F-BDD2-E55455112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5BB38-55AE-3646-9833-DF16ECE8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2A0F-C8E0-044F-B117-B4F088849C2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03F7-80EF-A14F-9DB0-B5B7AD5C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CFDB0-D474-8A41-B6A1-498A0975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AA3E-1A50-7040-AB03-BA4BB93F6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0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Title Slide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4958"/>
            <a:ext cx="11309814" cy="69079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183" y="3082143"/>
            <a:ext cx="2563318" cy="693711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DEE3235-798D-9549-9794-F3948DC4D5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9672" y="2209880"/>
            <a:ext cx="5257800" cy="2438241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Sofia Pro Black" pitchFamily="2" charset="77"/>
              </a:defRPr>
            </a:lvl1pPr>
          </a:lstStyle>
          <a:p>
            <a:r>
              <a:rPr lang="en-US" dirty="0"/>
              <a:t>Presentation Title Should Be Between 3-4 Lines In Length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901148-7EF4-9740-B4CC-05971C0CAE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23462" y="5029200"/>
            <a:ext cx="5257800" cy="10430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bg1"/>
                </a:solidFill>
                <a:latin typeface="Sofia Pro Medium" pitchFamily="2" charset="77"/>
              </a:defRPr>
            </a:lvl1pPr>
          </a:lstStyle>
          <a:p>
            <a:pPr lvl="0"/>
            <a:r>
              <a:rPr lang="en-US" dirty="0"/>
              <a:t>Presented by: [Enter Presenter Name(s)]</a:t>
            </a:r>
          </a:p>
          <a:p>
            <a:pPr lvl="0"/>
            <a:r>
              <a:rPr lang="en-US" dirty="0"/>
              <a:t>[Enter Date]</a:t>
            </a:r>
          </a:p>
        </p:txBody>
      </p:sp>
    </p:spTree>
    <p:extLst>
      <p:ext uri="{BB962C8B-B14F-4D97-AF65-F5344CB8AC3E}">
        <p14:creationId xmlns:p14="http://schemas.microsoft.com/office/powerpoint/2010/main" val="110375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Desktop &amp; Mobile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2656625"/>
            <a:ext cx="5140569" cy="2532892"/>
          </a:xfrm>
        </p:spPr>
        <p:txBody>
          <a:bodyPr anchor="t">
            <a:noAutofit/>
          </a:bodyPr>
          <a:lstStyle>
            <a:lvl1pPr algn="l">
              <a:defRPr sz="4400" b="1" i="0">
                <a:solidFill>
                  <a:srgbClr val="F4F1EB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for Title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236994"/>
            <a:ext cx="5140569" cy="3108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click to provide </a:t>
            </a:r>
            <a:r>
              <a:rPr lang="en-US" dirty="0" err="1"/>
              <a:t>pretitle</a:t>
            </a:r>
            <a:endParaRPr lang="en-US" dirty="0"/>
          </a:p>
        </p:txBody>
      </p:sp>
      <p:pic>
        <p:nvPicPr>
          <p:cNvPr id="3" name="Picture 2" descr="PCTY_Logo_Full_Whi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787358"/>
            <a:ext cx="2398776" cy="662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A923A9-821A-E84C-ACD0-ED227D6A67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903956" y="-24958"/>
            <a:ext cx="11309814" cy="6907912"/>
          </a:xfrm>
          <a:prstGeom prst="rect">
            <a:avLst/>
          </a:prstGeom>
        </p:spPr>
      </p:pic>
      <p:pic>
        <p:nvPicPr>
          <p:cNvPr id="13" name="Picture 12" descr="5@3x copy.png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1889" y="-39077"/>
            <a:ext cx="7250111" cy="689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95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5156" y="-25401"/>
            <a:ext cx="12282311" cy="6908801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075949" y="2417977"/>
            <a:ext cx="8040103" cy="2022046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8757" y="262814"/>
            <a:ext cx="1051555" cy="3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8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30099" cy="6858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292436" y="2494177"/>
            <a:ext cx="5944133" cy="1869646"/>
          </a:xfrm>
        </p:spPr>
        <p:txBody>
          <a:bodyPr anchor="ctr">
            <a:noAutofit/>
          </a:bodyPr>
          <a:lstStyle>
            <a:lvl1pPr algn="l">
              <a:defRPr sz="4400" b="1" i="0">
                <a:solidFill>
                  <a:srgbClr val="F4F1EB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8757" y="262814"/>
            <a:ext cx="1051555" cy="3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2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099" y="0"/>
            <a:ext cx="12230099" cy="6858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106905" y="2494177"/>
            <a:ext cx="5945059" cy="1869646"/>
          </a:xfrm>
        </p:spPr>
        <p:txBody>
          <a:bodyPr anchor="ctr">
            <a:noAutofit/>
          </a:bodyPr>
          <a:lstStyle>
            <a:lvl1pPr algn="l">
              <a:defRPr sz="4400" b="1" i="0">
                <a:solidFill>
                  <a:srgbClr val="F4F1EB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998" y="252654"/>
            <a:ext cx="1051555" cy="3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3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Divider 1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4185" y="3062263"/>
            <a:ext cx="4173415" cy="112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4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Divider 2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7785" y="2864274"/>
            <a:ext cx="4173415" cy="112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3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Divider 3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459" y="2633473"/>
            <a:ext cx="5879082" cy="159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0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tatic Image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" y="0"/>
            <a:ext cx="12273356" cy="6874042"/>
          </a:xfrm>
          <a:prstGeom prst="rect">
            <a:avLst/>
          </a:prstGeom>
        </p:spPr>
      </p:pic>
      <p:sp>
        <p:nvSpPr>
          <p:cNvPr id="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36576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pretitle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9523E-969A-3041-A65C-0B29F3BDFE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143000"/>
            <a:ext cx="4132263" cy="491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8757" y="262814"/>
            <a:ext cx="1051555" cy="36198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EBF0A8-C072-1345-BCFC-9BD1CA8E50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43000"/>
            <a:ext cx="4114800" cy="4800600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Sofia Pro Black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Sofia Pro Black" pitchFamily="2" charset="77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457200">
              <a:buClr>
                <a:schemeClr val="bg1"/>
              </a:buClr>
              <a:defRPr b="0" i="0">
                <a:solidFill>
                  <a:schemeClr val="bg1"/>
                </a:solidFill>
                <a:latin typeface="Sofia Pro Medium" pitchFamily="2" charset="77"/>
              </a:defRPr>
            </a:lvl5pPr>
            <a:lvl6pPr marL="685800" indent="0">
              <a:buNone/>
              <a:defRPr/>
            </a:lvl6pPr>
          </a:lstStyle>
          <a:p>
            <a:pPr lvl="0"/>
            <a:r>
              <a:rPr lang="en-US" dirty="0"/>
              <a:t>Click to Add Title</a:t>
            </a:r>
          </a:p>
          <a:p>
            <a:pPr lvl="1"/>
            <a:r>
              <a:rPr lang="en-US" dirty="0"/>
              <a:t>Header</a:t>
            </a:r>
          </a:p>
          <a:p>
            <a:pPr lvl="2"/>
            <a:r>
              <a:rPr lang="en-US" dirty="0"/>
              <a:t>Body</a:t>
            </a:r>
          </a:p>
          <a:p>
            <a:pPr lvl="3"/>
            <a:r>
              <a:rPr lang="en-US" dirty="0"/>
              <a:t>Bullet</a:t>
            </a:r>
          </a:p>
          <a:p>
            <a:pPr lvl="4"/>
            <a:r>
              <a:rPr lang="en-US" dirty="0"/>
              <a:t>Bullet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8E59B2B-EA7A-E248-8238-43934E1128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4999" y="1143000"/>
            <a:ext cx="4114800" cy="479901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Sofia Pro Black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Sofia Pro Black" pitchFamily="2" charset="77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457200">
              <a:buClr>
                <a:schemeClr val="bg1"/>
              </a:buClr>
              <a:defRPr b="0" i="0">
                <a:solidFill>
                  <a:schemeClr val="bg1"/>
                </a:solidFill>
                <a:latin typeface="Sofia Pro Medium" pitchFamily="2" charset="77"/>
              </a:defRPr>
            </a:lvl5pPr>
          </a:lstStyle>
          <a:p>
            <a:pPr lvl="0"/>
            <a:r>
              <a:rPr lang="en-US" dirty="0"/>
              <a:t>Click to Add Title</a:t>
            </a:r>
          </a:p>
          <a:p>
            <a:pPr lvl="1"/>
            <a:r>
              <a:rPr lang="en-US" dirty="0"/>
              <a:t>Header</a:t>
            </a:r>
          </a:p>
          <a:p>
            <a:pPr lvl="2"/>
            <a:r>
              <a:rPr lang="en-US" dirty="0"/>
              <a:t>Body</a:t>
            </a:r>
          </a:p>
          <a:p>
            <a:pPr lvl="3"/>
            <a:r>
              <a:rPr lang="en-US" dirty="0"/>
              <a:t>Bullet</a:t>
            </a:r>
          </a:p>
          <a:p>
            <a:pPr lvl="4"/>
            <a:r>
              <a:rPr lang="en-US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70069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2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0311" y="-32657"/>
            <a:ext cx="12282311" cy="69088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BCB4B-17D5-B840-8D1A-393BA989F3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143000"/>
            <a:ext cx="3886200" cy="5029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DA0231-E04D-364F-9A65-289858C1BD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72400" y="2971800"/>
            <a:ext cx="3886200" cy="32004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66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Fill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8757" y="262814"/>
            <a:ext cx="1051555" cy="3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0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Gradient Fill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8757" y="262814"/>
            <a:ext cx="1051555" cy="36198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A81AE2-18A3-E04D-A70D-BFFFD8BEDB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85800"/>
            <a:ext cx="8686800" cy="347472"/>
          </a:xfrm>
        </p:spPr>
        <p:txBody>
          <a:bodyPr>
            <a:normAutofit/>
          </a:bodyPr>
          <a:lstStyle>
            <a:lvl1pPr>
              <a:defRPr sz="1800">
                <a:solidFill>
                  <a:srgbClr val="262F38"/>
                </a:solidFill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pretitle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22B02-FD65-F444-988D-83D1ACF68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49350"/>
            <a:ext cx="8686800" cy="5022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4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c with Copy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-27106"/>
            <a:ext cx="12192000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2232" y="820084"/>
            <a:ext cx="6192252" cy="5163621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984222" y="1465263"/>
            <a:ext cx="5002212" cy="2797175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685800"/>
            <a:ext cx="4114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F5AB8F-8ECA-0548-B201-1C5AD8C141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1143417"/>
            <a:ext cx="4114800" cy="4840288"/>
          </a:xfrm>
        </p:spPr>
        <p:txBody>
          <a:bodyPr/>
          <a:lstStyle>
            <a:lvl2pPr>
              <a:defRPr>
                <a:solidFill>
                  <a:srgbClr val="FF8F1C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594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c Full Frame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3201" y="252656"/>
            <a:ext cx="9308228" cy="8002344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2219325" y="941388"/>
            <a:ext cx="7799388" cy="4410075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40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c w/ Copy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5700" y="396788"/>
            <a:ext cx="7154798" cy="5966273"/>
          </a:xfrm>
          <a:prstGeom prst="rect">
            <a:avLst/>
          </a:prstGeom>
        </p:spPr>
      </p:pic>
      <p:sp>
        <p:nvSpPr>
          <p:cNvPr id="9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79080" y="351118"/>
            <a:ext cx="4348903" cy="310830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355E66-43BC-1E40-B7AB-69F3F3C19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46525" y="2312881"/>
            <a:ext cx="2375773" cy="4545120"/>
          </a:xfrm>
          <a:prstGeom prst="rect">
            <a:avLst/>
          </a:prstGeom>
        </p:spPr>
      </p:pic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2FF49D9E-2111-5B4D-BF6A-2F78D8B965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30911" y="2648216"/>
            <a:ext cx="1798730" cy="3812996"/>
          </a:xfrm>
          <a:custGeom>
            <a:avLst/>
            <a:gdLst>
              <a:gd name="connsiteX0" fmla="*/ 334600 w 2407024"/>
              <a:gd name="connsiteY0" fmla="*/ 0 h 5257799"/>
              <a:gd name="connsiteX1" fmla="*/ 2072424 w 2407024"/>
              <a:gd name="connsiteY1" fmla="*/ 0 h 5257799"/>
              <a:gd name="connsiteX2" fmla="*/ 2407024 w 2407024"/>
              <a:gd name="connsiteY2" fmla="*/ 334600 h 5257799"/>
              <a:gd name="connsiteX3" fmla="*/ 2407024 w 2407024"/>
              <a:gd name="connsiteY3" fmla="*/ 5005110 h 5257799"/>
              <a:gd name="connsiteX4" fmla="*/ 2154335 w 2407024"/>
              <a:gd name="connsiteY4" fmla="*/ 5257799 h 5257799"/>
              <a:gd name="connsiteX5" fmla="*/ 252689 w 2407024"/>
              <a:gd name="connsiteY5" fmla="*/ 5257799 h 5257799"/>
              <a:gd name="connsiteX6" fmla="*/ 0 w 2407024"/>
              <a:gd name="connsiteY6" fmla="*/ 5005110 h 5257799"/>
              <a:gd name="connsiteX7" fmla="*/ 0 w 2407024"/>
              <a:gd name="connsiteY7" fmla="*/ 334600 h 5257799"/>
              <a:gd name="connsiteX8" fmla="*/ 334600 w 2407024"/>
              <a:gd name="connsiteY8" fmla="*/ 0 h 5257799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6208 h 5264007"/>
              <a:gd name="connsiteX1" fmla="*/ 542862 w 2407024"/>
              <a:gd name="connsiteY1" fmla="*/ 3220 h 5264007"/>
              <a:gd name="connsiteX2" fmla="*/ 914186 w 2407024"/>
              <a:gd name="connsiteY2" fmla="*/ 114496 h 5264007"/>
              <a:gd name="connsiteX3" fmla="*/ 2072424 w 2407024"/>
              <a:gd name="connsiteY3" fmla="*/ 6208 h 5264007"/>
              <a:gd name="connsiteX4" fmla="*/ 2407024 w 2407024"/>
              <a:gd name="connsiteY4" fmla="*/ 340808 h 5264007"/>
              <a:gd name="connsiteX5" fmla="*/ 2407024 w 2407024"/>
              <a:gd name="connsiteY5" fmla="*/ 5011318 h 5264007"/>
              <a:gd name="connsiteX6" fmla="*/ 2154335 w 2407024"/>
              <a:gd name="connsiteY6" fmla="*/ 5264007 h 5264007"/>
              <a:gd name="connsiteX7" fmla="*/ 252689 w 2407024"/>
              <a:gd name="connsiteY7" fmla="*/ 5264007 h 5264007"/>
              <a:gd name="connsiteX8" fmla="*/ 0 w 2407024"/>
              <a:gd name="connsiteY8" fmla="*/ 5011318 h 5264007"/>
              <a:gd name="connsiteX9" fmla="*/ 0 w 2407024"/>
              <a:gd name="connsiteY9" fmla="*/ 340808 h 5264007"/>
              <a:gd name="connsiteX10" fmla="*/ 334600 w 2407024"/>
              <a:gd name="connsiteY10" fmla="*/ 6208 h 5264007"/>
              <a:gd name="connsiteX0" fmla="*/ 334600 w 2407024"/>
              <a:gd name="connsiteY0" fmla="*/ 4367 h 5262166"/>
              <a:gd name="connsiteX1" fmla="*/ 542862 w 2407024"/>
              <a:gd name="connsiteY1" fmla="*/ 1379 h 5262166"/>
              <a:gd name="connsiteX2" fmla="*/ 720662 w 2407024"/>
              <a:gd name="connsiteY2" fmla="*/ 185226 h 5262166"/>
              <a:gd name="connsiteX3" fmla="*/ 2072424 w 2407024"/>
              <a:gd name="connsiteY3" fmla="*/ 4367 h 5262166"/>
              <a:gd name="connsiteX4" fmla="*/ 2407024 w 2407024"/>
              <a:gd name="connsiteY4" fmla="*/ 338967 h 5262166"/>
              <a:gd name="connsiteX5" fmla="*/ 2407024 w 2407024"/>
              <a:gd name="connsiteY5" fmla="*/ 5009477 h 5262166"/>
              <a:gd name="connsiteX6" fmla="*/ 2154335 w 2407024"/>
              <a:gd name="connsiteY6" fmla="*/ 5262166 h 5262166"/>
              <a:gd name="connsiteX7" fmla="*/ 252689 w 2407024"/>
              <a:gd name="connsiteY7" fmla="*/ 5262166 h 5262166"/>
              <a:gd name="connsiteX8" fmla="*/ 0 w 2407024"/>
              <a:gd name="connsiteY8" fmla="*/ 5009477 h 5262166"/>
              <a:gd name="connsiteX9" fmla="*/ 0 w 2407024"/>
              <a:gd name="connsiteY9" fmla="*/ 338967 h 5262166"/>
              <a:gd name="connsiteX10" fmla="*/ 334600 w 2407024"/>
              <a:gd name="connsiteY10" fmla="*/ 4367 h 5262166"/>
              <a:gd name="connsiteX0" fmla="*/ 334600 w 2407024"/>
              <a:gd name="connsiteY0" fmla="*/ 15601 h 5273400"/>
              <a:gd name="connsiteX1" fmla="*/ 542862 w 2407024"/>
              <a:gd name="connsiteY1" fmla="*/ 12613 h 5273400"/>
              <a:gd name="connsiteX2" fmla="*/ 720662 w 2407024"/>
              <a:gd name="connsiteY2" fmla="*/ 196460 h 5273400"/>
              <a:gd name="connsiteX3" fmla="*/ 1470567 w 2407024"/>
              <a:gd name="connsiteY3" fmla="*/ 69460 h 5273400"/>
              <a:gd name="connsiteX4" fmla="*/ 2072424 w 2407024"/>
              <a:gd name="connsiteY4" fmla="*/ 15601 h 5273400"/>
              <a:gd name="connsiteX5" fmla="*/ 2407024 w 2407024"/>
              <a:gd name="connsiteY5" fmla="*/ 350201 h 5273400"/>
              <a:gd name="connsiteX6" fmla="*/ 2407024 w 2407024"/>
              <a:gd name="connsiteY6" fmla="*/ 5020711 h 5273400"/>
              <a:gd name="connsiteX7" fmla="*/ 2154335 w 2407024"/>
              <a:gd name="connsiteY7" fmla="*/ 5273400 h 5273400"/>
              <a:gd name="connsiteX8" fmla="*/ 252689 w 2407024"/>
              <a:gd name="connsiteY8" fmla="*/ 5273400 h 5273400"/>
              <a:gd name="connsiteX9" fmla="*/ 0 w 2407024"/>
              <a:gd name="connsiteY9" fmla="*/ 5020711 h 5273400"/>
              <a:gd name="connsiteX10" fmla="*/ 0 w 2407024"/>
              <a:gd name="connsiteY10" fmla="*/ 350201 h 5273400"/>
              <a:gd name="connsiteX11" fmla="*/ 334600 w 2407024"/>
              <a:gd name="connsiteY11" fmla="*/ 15601 h 5273400"/>
              <a:gd name="connsiteX0" fmla="*/ 334600 w 2407024"/>
              <a:gd name="connsiteY0" fmla="*/ 6782 h 5264581"/>
              <a:gd name="connsiteX1" fmla="*/ 542862 w 2407024"/>
              <a:gd name="connsiteY1" fmla="*/ 3794 h 5264581"/>
              <a:gd name="connsiteX2" fmla="*/ 720662 w 2407024"/>
              <a:gd name="connsiteY2" fmla="*/ 187641 h 5264581"/>
              <a:gd name="connsiteX3" fmla="*/ 1809234 w 2407024"/>
              <a:gd name="connsiteY3" fmla="*/ 199736 h 5264581"/>
              <a:gd name="connsiteX4" fmla="*/ 2072424 w 2407024"/>
              <a:gd name="connsiteY4" fmla="*/ 6782 h 5264581"/>
              <a:gd name="connsiteX5" fmla="*/ 2407024 w 2407024"/>
              <a:gd name="connsiteY5" fmla="*/ 341382 h 5264581"/>
              <a:gd name="connsiteX6" fmla="*/ 2407024 w 2407024"/>
              <a:gd name="connsiteY6" fmla="*/ 5011892 h 5264581"/>
              <a:gd name="connsiteX7" fmla="*/ 2154335 w 2407024"/>
              <a:gd name="connsiteY7" fmla="*/ 5264581 h 5264581"/>
              <a:gd name="connsiteX8" fmla="*/ 252689 w 2407024"/>
              <a:gd name="connsiteY8" fmla="*/ 5264581 h 5264581"/>
              <a:gd name="connsiteX9" fmla="*/ 0 w 2407024"/>
              <a:gd name="connsiteY9" fmla="*/ 5011892 h 5264581"/>
              <a:gd name="connsiteX10" fmla="*/ 0 w 2407024"/>
              <a:gd name="connsiteY10" fmla="*/ 341382 h 5264581"/>
              <a:gd name="connsiteX11" fmla="*/ 334600 w 2407024"/>
              <a:gd name="connsiteY11" fmla="*/ 6782 h 5264581"/>
              <a:gd name="connsiteX0" fmla="*/ 334600 w 2407024"/>
              <a:gd name="connsiteY0" fmla="*/ 8130 h 5265929"/>
              <a:gd name="connsiteX1" fmla="*/ 542862 w 2407024"/>
              <a:gd name="connsiteY1" fmla="*/ 5142 h 5265929"/>
              <a:gd name="connsiteX2" fmla="*/ 720662 w 2407024"/>
              <a:gd name="connsiteY2" fmla="*/ 188989 h 5265929"/>
              <a:gd name="connsiteX3" fmla="*/ 1809234 w 2407024"/>
              <a:gd name="connsiteY3" fmla="*/ 201084 h 5265929"/>
              <a:gd name="connsiteX4" fmla="*/ 2072424 w 2407024"/>
              <a:gd name="connsiteY4" fmla="*/ 8130 h 5265929"/>
              <a:gd name="connsiteX5" fmla="*/ 2407024 w 2407024"/>
              <a:gd name="connsiteY5" fmla="*/ 342730 h 5265929"/>
              <a:gd name="connsiteX6" fmla="*/ 2407024 w 2407024"/>
              <a:gd name="connsiteY6" fmla="*/ 5013240 h 5265929"/>
              <a:gd name="connsiteX7" fmla="*/ 2154335 w 2407024"/>
              <a:gd name="connsiteY7" fmla="*/ 5265929 h 5265929"/>
              <a:gd name="connsiteX8" fmla="*/ 252689 w 2407024"/>
              <a:gd name="connsiteY8" fmla="*/ 5265929 h 5265929"/>
              <a:gd name="connsiteX9" fmla="*/ 0 w 2407024"/>
              <a:gd name="connsiteY9" fmla="*/ 5013240 h 5265929"/>
              <a:gd name="connsiteX10" fmla="*/ 0 w 2407024"/>
              <a:gd name="connsiteY10" fmla="*/ 342730 h 5265929"/>
              <a:gd name="connsiteX11" fmla="*/ 334600 w 2407024"/>
              <a:gd name="connsiteY11" fmla="*/ 8130 h 5265929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881806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0545 h 5278344"/>
              <a:gd name="connsiteX1" fmla="*/ 542862 w 2407024"/>
              <a:gd name="connsiteY1" fmla="*/ 17557 h 5278344"/>
              <a:gd name="connsiteX2" fmla="*/ 720662 w 2407024"/>
              <a:gd name="connsiteY2" fmla="*/ 201404 h 5278344"/>
              <a:gd name="connsiteX3" fmla="*/ 1809234 w 2407024"/>
              <a:gd name="connsiteY3" fmla="*/ 213499 h 5278344"/>
              <a:gd name="connsiteX4" fmla="*/ 1881806 w 2407024"/>
              <a:gd name="connsiteY4" fmla="*/ 32070 h 5278344"/>
              <a:gd name="connsiteX5" fmla="*/ 2072424 w 2407024"/>
              <a:gd name="connsiteY5" fmla="*/ 20545 h 5278344"/>
              <a:gd name="connsiteX6" fmla="*/ 2407024 w 2407024"/>
              <a:gd name="connsiteY6" fmla="*/ 355145 h 5278344"/>
              <a:gd name="connsiteX7" fmla="*/ 2407024 w 2407024"/>
              <a:gd name="connsiteY7" fmla="*/ 5025655 h 5278344"/>
              <a:gd name="connsiteX8" fmla="*/ 2154335 w 2407024"/>
              <a:gd name="connsiteY8" fmla="*/ 5278344 h 5278344"/>
              <a:gd name="connsiteX9" fmla="*/ 252689 w 2407024"/>
              <a:gd name="connsiteY9" fmla="*/ 5278344 h 5278344"/>
              <a:gd name="connsiteX10" fmla="*/ 0 w 2407024"/>
              <a:gd name="connsiteY10" fmla="*/ 5025655 h 5278344"/>
              <a:gd name="connsiteX11" fmla="*/ 0 w 2407024"/>
              <a:gd name="connsiteY11" fmla="*/ 355145 h 5278344"/>
              <a:gd name="connsiteX12" fmla="*/ 334600 w 2407024"/>
              <a:gd name="connsiteY12" fmla="*/ 20545 h 5278344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9234 w 2407024"/>
              <a:gd name="connsiteY3" fmla="*/ 195942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3158 w 2407024"/>
              <a:gd name="connsiteY3" fmla="*/ 214171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2017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24162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96731 w 2407024"/>
              <a:gd name="connsiteY5" fmla="*/ 15141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61714"/>
              <a:gd name="connsiteY0" fmla="*/ 2988 h 5260787"/>
              <a:gd name="connsiteX1" fmla="*/ 542862 w 2461714"/>
              <a:gd name="connsiteY1" fmla="*/ 0 h 5260787"/>
              <a:gd name="connsiteX2" fmla="*/ 720662 w 2461714"/>
              <a:gd name="connsiteY2" fmla="*/ 183847 h 5260787"/>
              <a:gd name="connsiteX3" fmla="*/ 1712008 w 2461714"/>
              <a:gd name="connsiteY3" fmla="*/ 195940 h 5260787"/>
              <a:gd name="connsiteX4" fmla="*/ 1881806 w 2461714"/>
              <a:gd name="connsiteY4" fmla="*/ 14513 h 5260787"/>
              <a:gd name="connsiteX5" fmla="*/ 2096731 w 2461714"/>
              <a:gd name="connsiteY5" fmla="*/ 15141 h 5260787"/>
              <a:gd name="connsiteX6" fmla="*/ 2461714 w 2461714"/>
              <a:gd name="connsiteY6" fmla="*/ 331512 h 5260787"/>
              <a:gd name="connsiteX7" fmla="*/ 2407024 w 2461714"/>
              <a:gd name="connsiteY7" fmla="*/ 5008098 h 5260787"/>
              <a:gd name="connsiteX8" fmla="*/ 2154335 w 2461714"/>
              <a:gd name="connsiteY8" fmla="*/ 5260787 h 5260787"/>
              <a:gd name="connsiteX9" fmla="*/ 252689 w 2461714"/>
              <a:gd name="connsiteY9" fmla="*/ 5260787 h 5260787"/>
              <a:gd name="connsiteX10" fmla="*/ 0 w 2461714"/>
              <a:gd name="connsiteY10" fmla="*/ 5008098 h 5260787"/>
              <a:gd name="connsiteX11" fmla="*/ 0 w 2461714"/>
              <a:gd name="connsiteY11" fmla="*/ 337588 h 5260787"/>
              <a:gd name="connsiteX12" fmla="*/ 334600 w 2461714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49560 w 2504250"/>
              <a:gd name="connsiteY7" fmla="*/ 5008098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67790 w 2504250"/>
              <a:gd name="connsiteY7" fmla="*/ 5032403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339780"/>
              <a:gd name="connsiteX1" fmla="*/ 585398 w 2504250"/>
              <a:gd name="connsiteY1" fmla="*/ 0 h 5339780"/>
              <a:gd name="connsiteX2" fmla="*/ 763198 w 2504250"/>
              <a:gd name="connsiteY2" fmla="*/ 183847 h 5339780"/>
              <a:gd name="connsiteX3" fmla="*/ 1754544 w 2504250"/>
              <a:gd name="connsiteY3" fmla="*/ 195940 h 5339780"/>
              <a:gd name="connsiteX4" fmla="*/ 1924342 w 2504250"/>
              <a:gd name="connsiteY4" fmla="*/ 14513 h 5339780"/>
              <a:gd name="connsiteX5" fmla="*/ 2139267 w 2504250"/>
              <a:gd name="connsiteY5" fmla="*/ 15141 h 5339780"/>
              <a:gd name="connsiteX6" fmla="*/ 2504250 w 2504250"/>
              <a:gd name="connsiteY6" fmla="*/ 331512 h 5339780"/>
              <a:gd name="connsiteX7" fmla="*/ 2467790 w 2504250"/>
              <a:gd name="connsiteY7" fmla="*/ 5032403 h 5339780"/>
              <a:gd name="connsiteX8" fmla="*/ 2196871 w 2504250"/>
              <a:gd name="connsiteY8" fmla="*/ 5339780 h 5339780"/>
              <a:gd name="connsiteX9" fmla="*/ 295225 w 2504250"/>
              <a:gd name="connsiteY9" fmla="*/ 5260787 h 5339780"/>
              <a:gd name="connsiteX10" fmla="*/ 0 w 2504250"/>
              <a:gd name="connsiteY10" fmla="*/ 5008098 h 5339780"/>
              <a:gd name="connsiteX11" fmla="*/ 42536 w 2504250"/>
              <a:gd name="connsiteY11" fmla="*/ 337588 h 5339780"/>
              <a:gd name="connsiteX12" fmla="*/ 377136 w 2504250"/>
              <a:gd name="connsiteY12" fmla="*/ 2988 h 5339780"/>
              <a:gd name="connsiteX0" fmla="*/ 377136 w 2504250"/>
              <a:gd name="connsiteY0" fmla="*/ 2988 h 5345856"/>
              <a:gd name="connsiteX1" fmla="*/ 585398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4846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36314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6043"/>
              <a:gd name="connsiteX1" fmla="*/ 615781 w 2504250"/>
              <a:gd name="connsiteY1" fmla="*/ 0 h 5346043"/>
              <a:gd name="connsiteX2" fmla="*/ 732815 w 2504250"/>
              <a:gd name="connsiteY2" fmla="*/ 183847 h 5346043"/>
              <a:gd name="connsiteX3" fmla="*/ 1797081 w 2504250"/>
              <a:gd name="connsiteY3" fmla="*/ 189865 h 5346043"/>
              <a:gd name="connsiteX4" fmla="*/ 1924342 w 2504250"/>
              <a:gd name="connsiteY4" fmla="*/ 14513 h 5346043"/>
              <a:gd name="connsiteX5" fmla="*/ 2139267 w 2504250"/>
              <a:gd name="connsiteY5" fmla="*/ 15141 h 5346043"/>
              <a:gd name="connsiteX6" fmla="*/ 2504250 w 2504250"/>
              <a:gd name="connsiteY6" fmla="*/ 331512 h 5346043"/>
              <a:gd name="connsiteX7" fmla="*/ 2467790 w 2504250"/>
              <a:gd name="connsiteY7" fmla="*/ 5032403 h 5346043"/>
              <a:gd name="connsiteX8" fmla="*/ 2196871 w 2504250"/>
              <a:gd name="connsiteY8" fmla="*/ 5339780 h 5346043"/>
              <a:gd name="connsiteX9" fmla="*/ 307378 w 2504250"/>
              <a:gd name="connsiteY9" fmla="*/ 5345856 h 5346043"/>
              <a:gd name="connsiteX10" fmla="*/ 0 w 2504250"/>
              <a:gd name="connsiteY10" fmla="*/ 5008098 h 5346043"/>
              <a:gd name="connsiteX11" fmla="*/ 42536 w 2504250"/>
              <a:gd name="connsiteY11" fmla="*/ 337588 h 5346043"/>
              <a:gd name="connsiteX12" fmla="*/ 377136 w 2504250"/>
              <a:gd name="connsiteY12" fmla="*/ 2988 h 5346043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90010 w 2504250"/>
              <a:gd name="connsiteY7" fmla="*/ 5036865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57632"/>
              <a:gd name="connsiteX1" fmla="*/ 615781 w 2504250"/>
              <a:gd name="connsiteY1" fmla="*/ 0 h 5357632"/>
              <a:gd name="connsiteX2" fmla="*/ 732815 w 2504250"/>
              <a:gd name="connsiteY2" fmla="*/ 183847 h 5357632"/>
              <a:gd name="connsiteX3" fmla="*/ 1797081 w 2504250"/>
              <a:gd name="connsiteY3" fmla="*/ 189865 h 5357632"/>
              <a:gd name="connsiteX4" fmla="*/ 1924342 w 2504250"/>
              <a:gd name="connsiteY4" fmla="*/ 14513 h 5357632"/>
              <a:gd name="connsiteX5" fmla="*/ 2139267 w 2504250"/>
              <a:gd name="connsiteY5" fmla="*/ 15141 h 5357632"/>
              <a:gd name="connsiteX6" fmla="*/ 2504250 w 2504250"/>
              <a:gd name="connsiteY6" fmla="*/ 331512 h 5357632"/>
              <a:gd name="connsiteX7" fmla="*/ 2490010 w 2504250"/>
              <a:gd name="connsiteY7" fmla="*/ 5036865 h 5357632"/>
              <a:gd name="connsiteX8" fmla="*/ 2147989 w 2504250"/>
              <a:gd name="connsiteY8" fmla="*/ 5357632 h 5357632"/>
              <a:gd name="connsiteX9" fmla="*/ 307378 w 2504250"/>
              <a:gd name="connsiteY9" fmla="*/ 5345856 h 5357632"/>
              <a:gd name="connsiteX10" fmla="*/ 0 w 2504250"/>
              <a:gd name="connsiteY10" fmla="*/ 5008098 h 5357632"/>
              <a:gd name="connsiteX11" fmla="*/ 42536 w 2504250"/>
              <a:gd name="connsiteY11" fmla="*/ 337588 h 5357632"/>
              <a:gd name="connsiteX12" fmla="*/ 377136 w 2504250"/>
              <a:gd name="connsiteY12" fmla="*/ 2988 h 5357632"/>
              <a:gd name="connsiteX0" fmla="*/ 377136 w 2504250"/>
              <a:gd name="connsiteY0" fmla="*/ 2988 h 5359501"/>
              <a:gd name="connsiteX1" fmla="*/ 615781 w 2504250"/>
              <a:gd name="connsiteY1" fmla="*/ 0 h 5359501"/>
              <a:gd name="connsiteX2" fmla="*/ 732815 w 2504250"/>
              <a:gd name="connsiteY2" fmla="*/ 183847 h 5359501"/>
              <a:gd name="connsiteX3" fmla="*/ 1797081 w 2504250"/>
              <a:gd name="connsiteY3" fmla="*/ 189865 h 5359501"/>
              <a:gd name="connsiteX4" fmla="*/ 1924342 w 2504250"/>
              <a:gd name="connsiteY4" fmla="*/ 14513 h 5359501"/>
              <a:gd name="connsiteX5" fmla="*/ 2139267 w 2504250"/>
              <a:gd name="connsiteY5" fmla="*/ 15141 h 5359501"/>
              <a:gd name="connsiteX6" fmla="*/ 2504250 w 2504250"/>
              <a:gd name="connsiteY6" fmla="*/ 331512 h 5359501"/>
              <a:gd name="connsiteX7" fmla="*/ 2490010 w 2504250"/>
              <a:gd name="connsiteY7" fmla="*/ 5036865 h 5359501"/>
              <a:gd name="connsiteX8" fmla="*/ 2147989 w 2504250"/>
              <a:gd name="connsiteY8" fmla="*/ 5357632 h 5359501"/>
              <a:gd name="connsiteX9" fmla="*/ 356261 w 2504250"/>
              <a:gd name="connsiteY9" fmla="*/ 5359244 h 5359501"/>
              <a:gd name="connsiteX10" fmla="*/ 0 w 2504250"/>
              <a:gd name="connsiteY10" fmla="*/ 5008098 h 5359501"/>
              <a:gd name="connsiteX11" fmla="*/ 42536 w 2504250"/>
              <a:gd name="connsiteY11" fmla="*/ 337588 h 5359501"/>
              <a:gd name="connsiteX12" fmla="*/ 377136 w 2504250"/>
              <a:gd name="connsiteY12" fmla="*/ 2988 h 5359501"/>
              <a:gd name="connsiteX0" fmla="*/ 390468 w 2517582"/>
              <a:gd name="connsiteY0" fmla="*/ 2988 h 5359546"/>
              <a:gd name="connsiteX1" fmla="*/ 629113 w 2517582"/>
              <a:gd name="connsiteY1" fmla="*/ 0 h 5359546"/>
              <a:gd name="connsiteX2" fmla="*/ 746147 w 2517582"/>
              <a:gd name="connsiteY2" fmla="*/ 183847 h 5359546"/>
              <a:gd name="connsiteX3" fmla="*/ 1810413 w 2517582"/>
              <a:gd name="connsiteY3" fmla="*/ 189865 h 5359546"/>
              <a:gd name="connsiteX4" fmla="*/ 1937674 w 2517582"/>
              <a:gd name="connsiteY4" fmla="*/ 14513 h 5359546"/>
              <a:gd name="connsiteX5" fmla="*/ 2152599 w 2517582"/>
              <a:gd name="connsiteY5" fmla="*/ 15141 h 5359546"/>
              <a:gd name="connsiteX6" fmla="*/ 2517582 w 2517582"/>
              <a:gd name="connsiteY6" fmla="*/ 331512 h 5359546"/>
              <a:gd name="connsiteX7" fmla="*/ 2503342 w 2517582"/>
              <a:gd name="connsiteY7" fmla="*/ 5036865 h 5359546"/>
              <a:gd name="connsiteX8" fmla="*/ 2161321 w 2517582"/>
              <a:gd name="connsiteY8" fmla="*/ 5357632 h 5359546"/>
              <a:gd name="connsiteX9" fmla="*/ 369593 w 2517582"/>
              <a:gd name="connsiteY9" fmla="*/ 5359244 h 5359546"/>
              <a:gd name="connsiteX10" fmla="*/ 0 w 2517582"/>
              <a:gd name="connsiteY10" fmla="*/ 5030412 h 5359546"/>
              <a:gd name="connsiteX11" fmla="*/ 55868 w 2517582"/>
              <a:gd name="connsiteY11" fmla="*/ 337588 h 5359546"/>
              <a:gd name="connsiteX12" fmla="*/ 390468 w 2517582"/>
              <a:gd name="connsiteY12" fmla="*/ 2988 h 5359546"/>
              <a:gd name="connsiteX0" fmla="*/ 390468 w 2517582"/>
              <a:gd name="connsiteY0" fmla="*/ 2988 h 5359546"/>
              <a:gd name="connsiteX1" fmla="*/ 629113 w 2517582"/>
              <a:gd name="connsiteY1" fmla="*/ 0 h 5359546"/>
              <a:gd name="connsiteX2" fmla="*/ 746147 w 2517582"/>
              <a:gd name="connsiteY2" fmla="*/ 183847 h 5359546"/>
              <a:gd name="connsiteX3" fmla="*/ 1810413 w 2517582"/>
              <a:gd name="connsiteY3" fmla="*/ 189865 h 5359546"/>
              <a:gd name="connsiteX4" fmla="*/ 1937674 w 2517582"/>
              <a:gd name="connsiteY4" fmla="*/ 14513 h 5359546"/>
              <a:gd name="connsiteX5" fmla="*/ 2152599 w 2517582"/>
              <a:gd name="connsiteY5" fmla="*/ 15141 h 5359546"/>
              <a:gd name="connsiteX6" fmla="*/ 2517582 w 2517582"/>
              <a:gd name="connsiteY6" fmla="*/ 331512 h 5359546"/>
              <a:gd name="connsiteX7" fmla="*/ 2503342 w 2517582"/>
              <a:gd name="connsiteY7" fmla="*/ 5036865 h 5359546"/>
              <a:gd name="connsiteX8" fmla="*/ 2161321 w 2517582"/>
              <a:gd name="connsiteY8" fmla="*/ 5357632 h 5359546"/>
              <a:gd name="connsiteX9" fmla="*/ 369593 w 2517582"/>
              <a:gd name="connsiteY9" fmla="*/ 5359244 h 5359546"/>
              <a:gd name="connsiteX10" fmla="*/ 0 w 2517582"/>
              <a:gd name="connsiteY10" fmla="*/ 5030412 h 5359546"/>
              <a:gd name="connsiteX11" fmla="*/ 42537 w 2517582"/>
              <a:gd name="connsiteY11" fmla="*/ 333126 h 5359546"/>
              <a:gd name="connsiteX12" fmla="*/ 390468 w 2517582"/>
              <a:gd name="connsiteY12" fmla="*/ 2988 h 5359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17582" h="5359546">
                <a:moveTo>
                  <a:pt x="390468" y="2988"/>
                </a:moveTo>
                <a:lnTo>
                  <a:pt x="629113" y="0"/>
                </a:lnTo>
                <a:cubicBezTo>
                  <a:pt x="622408" y="145653"/>
                  <a:pt x="637060" y="183349"/>
                  <a:pt x="746147" y="183847"/>
                </a:cubicBezTo>
                <a:lnTo>
                  <a:pt x="1810413" y="189865"/>
                </a:lnTo>
                <a:cubicBezTo>
                  <a:pt x="1948181" y="204177"/>
                  <a:pt x="1942422" y="40595"/>
                  <a:pt x="1937674" y="14513"/>
                </a:cubicBezTo>
                <a:cubicBezTo>
                  <a:pt x="2048237" y="12563"/>
                  <a:pt x="2082226" y="9906"/>
                  <a:pt x="2152599" y="15141"/>
                </a:cubicBezTo>
                <a:cubicBezTo>
                  <a:pt x="2399607" y="15141"/>
                  <a:pt x="2517582" y="146718"/>
                  <a:pt x="2517582" y="331512"/>
                </a:cubicBezTo>
                <a:cubicBezTo>
                  <a:pt x="2512835" y="1899963"/>
                  <a:pt x="2508089" y="3468414"/>
                  <a:pt x="2503342" y="5036865"/>
                </a:cubicBezTo>
                <a:cubicBezTo>
                  <a:pt x="2510600" y="5241735"/>
                  <a:pt x="2351677" y="5357632"/>
                  <a:pt x="2161321" y="5357632"/>
                </a:cubicBezTo>
                <a:lnTo>
                  <a:pt x="369593" y="5359244"/>
                </a:lnTo>
                <a:cubicBezTo>
                  <a:pt x="142951" y="5366502"/>
                  <a:pt x="7257" y="5242540"/>
                  <a:pt x="0" y="5030412"/>
                </a:cubicBezTo>
                <a:lnTo>
                  <a:pt x="42537" y="333126"/>
                </a:lnTo>
                <a:cubicBezTo>
                  <a:pt x="42537" y="148332"/>
                  <a:pt x="134572" y="-1474"/>
                  <a:pt x="390468" y="2988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218368F-A787-BE47-8512-FC42952F35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6459" y="1157015"/>
            <a:ext cx="5710426" cy="3242909"/>
          </a:xfrm>
          <a:custGeom>
            <a:avLst/>
            <a:gdLst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57762 w 4957762"/>
              <a:gd name="connsiteY2" fmla="*/ 2784475 h 2784475"/>
              <a:gd name="connsiteX3" fmla="*/ 0 w 4957762"/>
              <a:gd name="connsiteY3" fmla="*/ 2784475 h 2784475"/>
              <a:gd name="connsiteX4" fmla="*/ 0 w 4957762"/>
              <a:gd name="connsiteY4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7602 w 4957762"/>
              <a:gd name="connsiteY2" fmla="*/ 1067435 h 2784475"/>
              <a:gd name="connsiteX3" fmla="*/ 4957762 w 4957762"/>
              <a:gd name="connsiteY3" fmla="*/ 2784475 h 2784475"/>
              <a:gd name="connsiteX4" fmla="*/ 0 w 4957762"/>
              <a:gd name="connsiteY4" fmla="*/ 2784475 h 2784475"/>
              <a:gd name="connsiteX5" fmla="*/ 0 w 4957762"/>
              <a:gd name="connsiteY5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7602 w 4957762"/>
              <a:gd name="connsiteY2" fmla="*/ 1067435 h 2784475"/>
              <a:gd name="connsiteX3" fmla="*/ 4957762 w 4957762"/>
              <a:gd name="connsiteY3" fmla="*/ 2784475 h 2784475"/>
              <a:gd name="connsiteX4" fmla="*/ 3757612 w 4957762"/>
              <a:gd name="connsiteY4" fmla="*/ 2784475 h 2784475"/>
              <a:gd name="connsiteX5" fmla="*/ 0 w 4957762"/>
              <a:gd name="connsiteY5" fmla="*/ 2784475 h 2784475"/>
              <a:gd name="connsiteX6" fmla="*/ 0 w 4957762"/>
              <a:gd name="connsiteY6" fmla="*/ 0 h 2784475"/>
              <a:gd name="connsiteX0" fmla="*/ 0 w 5043913"/>
              <a:gd name="connsiteY0" fmla="*/ 0 h 2784837"/>
              <a:gd name="connsiteX1" fmla="*/ 4957762 w 5043913"/>
              <a:gd name="connsiteY1" fmla="*/ 0 h 2784837"/>
              <a:gd name="connsiteX2" fmla="*/ 4947602 w 5043913"/>
              <a:gd name="connsiteY2" fmla="*/ 1067435 h 2784837"/>
              <a:gd name="connsiteX3" fmla="*/ 4948237 w 5043913"/>
              <a:gd name="connsiteY3" fmla="*/ 2590800 h 2784837"/>
              <a:gd name="connsiteX4" fmla="*/ 4957762 w 5043913"/>
              <a:gd name="connsiteY4" fmla="*/ 2784475 h 2784837"/>
              <a:gd name="connsiteX5" fmla="*/ 3757612 w 5043913"/>
              <a:gd name="connsiteY5" fmla="*/ 2784475 h 2784837"/>
              <a:gd name="connsiteX6" fmla="*/ 0 w 5043913"/>
              <a:gd name="connsiteY6" fmla="*/ 2784475 h 2784837"/>
              <a:gd name="connsiteX7" fmla="*/ 0 w 5043913"/>
              <a:gd name="connsiteY7" fmla="*/ 0 h 2784837"/>
              <a:gd name="connsiteX0" fmla="*/ 0 w 4966602"/>
              <a:gd name="connsiteY0" fmla="*/ 0 h 2785062"/>
              <a:gd name="connsiteX1" fmla="*/ 4957762 w 4966602"/>
              <a:gd name="connsiteY1" fmla="*/ 0 h 2785062"/>
              <a:gd name="connsiteX2" fmla="*/ 4947602 w 4966602"/>
              <a:gd name="connsiteY2" fmla="*/ 1067435 h 2785062"/>
              <a:gd name="connsiteX3" fmla="*/ 4948237 w 4966602"/>
              <a:gd name="connsiteY3" fmla="*/ 2590800 h 2785062"/>
              <a:gd name="connsiteX4" fmla="*/ 4957762 w 4966602"/>
              <a:gd name="connsiteY4" fmla="*/ 2784475 h 2785062"/>
              <a:gd name="connsiteX5" fmla="*/ 4805362 w 4966602"/>
              <a:gd name="connsiteY5" fmla="*/ 2781300 h 2785062"/>
              <a:gd name="connsiteX6" fmla="*/ 3757612 w 4966602"/>
              <a:gd name="connsiteY6" fmla="*/ 2784475 h 2785062"/>
              <a:gd name="connsiteX7" fmla="*/ 0 w 4966602"/>
              <a:gd name="connsiteY7" fmla="*/ 2784475 h 2785062"/>
              <a:gd name="connsiteX8" fmla="*/ 0 w 4966602"/>
              <a:gd name="connsiteY8" fmla="*/ 0 h 2785062"/>
              <a:gd name="connsiteX0" fmla="*/ 0 w 4966602"/>
              <a:gd name="connsiteY0" fmla="*/ 0 h 2785062"/>
              <a:gd name="connsiteX1" fmla="*/ 4957762 w 4966602"/>
              <a:gd name="connsiteY1" fmla="*/ 0 h 2785062"/>
              <a:gd name="connsiteX2" fmla="*/ 4947602 w 4966602"/>
              <a:gd name="connsiteY2" fmla="*/ 1067435 h 2785062"/>
              <a:gd name="connsiteX3" fmla="*/ 4948237 w 4966602"/>
              <a:gd name="connsiteY3" fmla="*/ 2590800 h 2785062"/>
              <a:gd name="connsiteX4" fmla="*/ 4957762 w 4966602"/>
              <a:gd name="connsiteY4" fmla="*/ 2784475 h 2785062"/>
              <a:gd name="connsiteX5" fmla="*/ 3776662 w 4966602"/>
              <a:gd name="connsiteY5" fmla="*/ 1323975 h 2785062"/>
              <a:gd name="connsiteX6" fmla="*/ 3757612 w 4966602"/>
              <a:gd name="connsiteY6" fmla="*/ 2784475 h 2785062"/>
              <a:gd name="connsiteX7" fmla="*/ 0 w 4966602"/>
              <a:gd name="connsiteY7" fmla="*/ 2784475 h 2785062"/>
              <a:gd name="connsiteX8" fmla="*/ 0 w 4966602"/>
              <a:gd name="connsiteY8" fmla="*/ 0 h 2785062"/>
              <a:gd name="connsiteX0" fmla="*/ 0 w 4958207"/>
              <a:gd name="connsiteY0" fmla="*/ 0 h 2784475"/>
              <a:gd name="connsiteX1" fmla="*/ 4957762 w 4958207"/>
              <a:gd name="connsiteY1" fmla="*/ 0 h 2784475"/>
              <a:gd name="connsiteX2" fmla="*/ 4947602 w 4958207"/>
              <a:gd name="connsiteY2" fmla="*/ 1067435 h 2784475"/>
              <a:gd name="connsiteX3" fmla="*/ 4040187 w 4958207"/>
              <a:gd name="connsiteY3" fmla="*/ 1120775 h 2784475"/>
              <a:gd name="connsiteX4" fmla="*/ 4957762 w 4958207"/>
              <a:gd name="connsiteY4" fmla="*/ 2784475 h 2784475"/>
              <a:gd name="connsiteX5" fmla="*/ 3776662 w 4958207"/>
              <a:gd name="connsiteY5" fmla="*/ 1323975 h 2784475"/>
              <a:gd name="connsiteX6" fmla="*/ 3757612 w 4958207"/>
              <a:gd name="connsiteY6" fmla="*/ 2784475 h 2784475"/>
              <a:gd name="connsiteX7" fmla="*/ 0 w 4958207"/>
              <a:gd name="connsiteY7" fmla="*/ 2784475 h 2784475"/>
              <a:gd name="connsiteX8" fmla="*/ 0 w 4958207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7602 w 4957762"/>
              <a:gd name="connsiteY2" fmla="*/ 1067435 h 2784475"/>
              <a:gd name="connsiteX3" fmla="*/ 4040187 w 4957762"/>
              <a:gd name="connsiteY3" fmla="*/ 1120775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3310 h 2784475"/>
              <a:gd name="connsiteX3" fmla="*/ 4040187 w 4957762"/>
              <a:gd name="connsiteY3" fmla="*/ 1120775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3310 h 2784475"/>
              <a:gd name="connsiteX3" fmla="*/ 4040187 w 4957762"/>
              <a:gd name="connsiteY3" fmla="*/ 1120775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3310 h 2784475"/>
              <a:gd name="connsiteX3" fmla="*/ 4049712 w 4957762"/>
              <a:gd name="connsiteY3" fmla="*/ 1092200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3310 h 2784475"/>
              <a:gd name="connsiteX3" fmla="*/ 4049712 w 4957762"/>
              <a:gd name="connsiteY3" fmla="*/ 1092200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871912 w 4957762"/>
              <a:gd name="connsiteY4" fmla="*/ 1171575 h 2784475"/>
              <a:gd name="connsiteX5" fmla="*/ 3776662 w 4957762"/>
              <a:gd name="connsiteY5" fmla="*/ 1323975 h 2784475"/>
              <a:gd name="connsiteX6" fmla="*/ 3757612 w 4957762"/>
              <a:gd name="connsiteY6" fmla="*/ 2784475 h 2784475"/>
              <a:gd name="connsiteX7" fmla="*/ 0 w 4957762"/>
              <a:gd name="connsiteY7" fmla="*/ 2784475 h 2784475"/>
              <a:gd name="connsiteX8" fmla="*/ 0 w 4957762"/>
              <a:gd name="connsiteY8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776662 w 4957762"/>
              <a:gd name="connsiteY4" fmla="*/ 1323975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776662 w 4957762"/>
              <a:gd name="connsiteY4" fmla="*/ 1323975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776662 w 4957762"/>
              <a:gd name="connsiteY4" fmla="*/ 1323975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44427 w 4957762"/>
              <a:gd name="connsiteY2" fmla="*/ 1089660 h 2784475"/>
              <a:gd name="connsiteX3" fmla="*/ 4049712 w 4957762"/>
              <a:gd name="connsiteY3" fmla="*/ 1092200 h 2784475"/>
              <a:gd name="connsiteX4" fmla="*/ 3779837 w 4957762"/>
              <a:gd name="connsiteY4" fmla="*/ 1327150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4049712 w 4957762"/>
              <a:gd name="connsiteY3" fmla="*/ 1092200 h 2784475"/>
              <a:gd name="connsiteX4" fmla="*/ 3779837 w 4957762"/>
              <a:gd name="connsiteY4" fmla="*/ 1327150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4049712 w 4957762"/>
              <a:gd name="connsiteY3" fmla="*/ 1092200 h 2784475"/>
              <a:gd name="connsiteX4" fmla="*/ 3575009 w 4957762"/>
              <a:gd name="connsiteY4" fmla="*/ 1429565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3784366 w 4957762"/>
              <a:gd name="connsiteY3" fmla="*/ 1203924 h 2784475"/>
              <a:gd name="connsiteX4" fmla="*/ 3575009 w 4957762"/>
              <a:gd name="connsiteY4" fmla="*/ 1429565 h 2784475"/>
              <a:gd name="connsiteX5" fmla="*/ 3757612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3784366 w 4957762"/>
              <a:gd name="connsiteY3" fmla="*/ 1203924 h 2784475"/>
              <a:gd name="connsiteX4" fmla="*/ 3575009 w 4957762"/>
              <a:gd name="connsiteY4" fmla="*/ 1429565 h 2784475"/>
              <a:gd name="connsiteX5" fmla="*/ 3562093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3850843 w 4957762"/>
              <a:gd name="connsiteY3" fmla="*/ 1203924 h 2784475"/>
              <a:gd name="connsiteX4" fmla="*/ 3575009 w 4957762"/>
              <a:gd name="connsiteY4" fmla="*/ 1429565 h 2784475"/>
              <a:gd name="connsiteX5" fmla="*/ 3562093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3850843 w 4957762"/>
              <a:gd name="connsiteY3" fmla="*/ 1203924 h 2784475"/>
              <a:gd name="connsiteX4" fmla="*/ 3575009 w 4957762"/>
              <a:gd name="connsiteY4" fmla="*/ 1429565 h 2784475"/>
              <a:gd name="connsiteX5" fmla="*/ 3562093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57762"/>
              <a:gd name="connsiteY0" fmla="*/ 0 h 2784475"/>
              <a:gd name="connsiteX1" fmla="*/ 4957762 w 4957762"/>
              <a:gd name="connsiteY1" fmla="*/ 0 h 2784475"/>
              <a:gd name="connsiteX2" fmla="*/ 4935116 w 4957762"/>
              <a:gd name="connsiteY2" fmla="*/ 1206040 h 2784475"/>
              <a:gd name="connsiteX3" fmla="*/ 3806526 w 4957762"/>
              <a:gd name="connsiteY3" fmla="*/ 1207090 h 2784475"/>
              <a:gd name="connsiteX4" fmla="*/ 3575009 w 4957762"/>
              <a:gd name="connsiteY4" fmla="*/ 1429565 h 2784475"/>
              <a:gd name="connsiteX5" fmla="*/ 3562093 w 4957762"/>
              <a:gd name="connsiteY5" fmla="*/ 2784475 h 2784475"/>
              <a:gd name="connsiteX6" fmla="*/ 0 w 4957762"/>
              <a:gd name="connsiteY6" fmla="*/ 2784475 h 2784475"/>
              <a:gd name="connsiteX7" fmla="*/ 0 w 4957762"/>
              <a:gd name="connsiteY7" fmla="*/ 0 h 2784475"/>
              <a:gd name="connsiteX0" fmla="*/ 0 w 4936153"/>
              <a:gd name="connsiteY0" fmla="*/ 15828 h 2800303"/>
              <a:gd name="connsiteX1" fmla="*/ 4935603 w 4936153"/>
              <a:gd name="connsiteY1" fmla="*/ 0 h 2800303"/>
              <a:gd name="connsiteX2" fmla="*/ 4935116 w 4936153"/>
              <a:gd name="connsiteY2" fmla="*/ 1221868 h 2800303"/>
              <a:gd name="connsiteX3" fmla="*/ 3806526 w 4936153"/>
              <a:gd name="connsiteY3" fmla="*/ 1222918 h 2800303"/>
              <a:gd name="connsiteX4" fmla="*/ 3575009 w 4936153"/>
              <a:gd name="connsiteY4" fmla="*/ 1445393 h 2800303"/>
              <a:gd name="connsiteX5" fmla="*/ 3562093 w 4936153"/>
              <a:gd name="connsiteY5" fmla="*/ 2800303 h 2800303"/>
              <a:gd name="connsiteX6" fmla="*/ 0 w 4936153"/>
              <a:gd name="connsiteY6" fmla="*/ 2800303 h 2800303"/>
              <a:gd name="connsiteX7" fmla="*/ 0 w 4936153"/>
              <a:gd name="connsiteY7" fmla="*/ 15828 h 2800303"/>
              <a:gd name="connsiteX0" fmla="*/ 0 w 4939026"/>
              <a:gd name="connsiteY0" fmla="*/ 15828 h 2800303"/>
              <a:gd name="connsiteX1" fmla="*/ 4935603 w 4939026"/>
              <a:gd name="connsiteY1" fmla="*/ 0 h 2800303"/>
              <a:gd name="connsiteX2" fmla="*/ 4938281 w 4939026"/>
              <a:gd name="connsiteY2" fmla="*/ 1225034 h 2800303"/>
              <a:gd name="connsiteX3" fmla="*/ 3806526 w 4939026"/>
              <a:gd name="connsiteY3" fmla="*/ 1222918 h 2800303"/>
              <a:gd name="connsiteX4" fmla="*/ 3575009 w 4939026"/>
              <a:gd name="connsiteY4" fmla="*/ 1445393 h 2800303"/>
              <a:gd name="connsiteX5" fmla="*/ 3562093 w 4939026"/>
              <a:gd name="connsiteY5" fmla="*/ 2800303 h 2800303"/>
              <a:gd name="connsiteX6" fmla="*/ 0 w 4939026"/>
              <a:gd name="connsiteY6" fmla="*/ 2800303 h 2800303"/>
              <a:gd name="connsiteX7" fmla="*/ 0 w 4939026"/>
              <a:gd name="connsiteY7" fmla="*/ 15828 h 2800303"/>
              <a:gd name="connsiteX0" fmla="*/ 0 w 4942191"/>
              <a:gd name="connsiteY0" fmla="*/ 0 h 2806635"/>
              <a:gd name="connsiteX1" fmla="*/ 4938768 w 4942191"/>
              <a:gd name="connsiteY1" fmla="*/ 6332 h 2806635"/>
              <a:gd name="connsiteX2" fmla="*/ 4941446 w 4942191"/>
              <a:gd name="connsiteY2" fmla="*/ 1231366 h 2806635"/>
              <a:gd name="connsiteX3" fmla="*/ 3809691 w 4942191"/>
              <a:gd name="connsiteY3" fmla="*/ 1229250 h 2806635"/>
              <a:gd name="connsiteX4" fmla="*/ 3578174 w 4942191"/>
              <a:gd name="connsiteY4" fmla="*/ 1451725 h 2806635"/>
              <a:gd name="connsiteX5" fmla="*/ 3565258 w 4942191"/>
              <a:gd name="connsiteY5" fmla="*/ 2806635 h 2806635"/>
              <a:gd name="connsiteX6" fmla="*/ 3165 w 4942191"/>
              <a:gd name="connsiteY6" fmla="*/ 2806635 h 2806635"/>
              <a:gd name="connsiteX7" fmla="*/ 0 w 4942191"/>
              <a:gd name="connsiteY7" fmla="*/ 0 h 2806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2191" h="2806635">
                <a:moveTo>
                  <a:pt x="0" y="0"/>
                </a:moveTo>
                <a:lnTo>
                  <a:pt x="4938768" y="6332"/>
                </a:lnTo>
                <a:cubicBezTo>
                  <a:pt x="4935381" y="362144"/>
                  <a:pt x="4944833" y="875554"/>
                  <a:pt x="4941446" y="1231366"/>
                </a:cubicBezTo>
                <a:cubicBezTo>
                  <a:pt x="4939859" y="1228191"/>
                  <a:pt x="4017557" y="1231963"/>
                  <a:pt x="3809691" y="1229250"/>
                </a:cubicBezTo>
                <a:cubicBezTo>
                  <a:pt x="3799214" y="1230203"/>
                  <a:pt x="3626857" y="1242704"/>
                  <a:pt x="3578174" y="1451725"/>
                </a:cubicBezTo>
                <a:lnTo>
                  <a:pt x="3565258" y="2806635"/>
                </a:lnTo>
                <a:lnTo>
                  <a:pt x="3165" y="2806635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7E87C-4407-414B-A4F0-A83A1D5EF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9475" y="760500"/>
            <a:ext cx="4348163" cy="5426544"/>
          </a:xfrm>
        </p:spPr>
        <p:txBody>
          <a:bodyPr/>
          <a:lstStyle>
            <a:lvl2pPr>
              <a:defRPr>
                <a:solidFill>
                  <a:srgbClr val="FF8F1C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65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hone with Copy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90564" y="508240"/>
            <a:ext cx="3325238" cy="6361552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7407135" y="965205"/>
            <a:ext cx="2504250" cy="5323486"/>
          </a:xfrm>
          <a:custGeom>
            <a:avLst/>
            <a:gdLst>
              <a:gd name="connsiteX0" fmla="*/ 334600 w 2407024"/>
              <a:gd name="connsiteY0" fmla="*/ 0 h 5257799"/>
              <a:gd name="connsiteX1" fmla="*/ 2072424 w 2407024"/>
              <a:gd name="connsiteY1" fmla="*/ 0 h 5257799"/>
              <a:gd name="connsiteX2" fmla="*/ 2407024 w 2407024"/>
              <a:gd name="connsiteY2" fmla="*/ 334600 h 5257799"/>
              <a:gd name="connsiteX3" fmla="*/ 2407024 w 2407024"/>
              <a:gd name="connsiteY3" fmla="*/ 5005110 h 5257799"/>
              <a:gd name="connsiteX4" fmla="*/ 2154335 w 2407024"/>
              <a:gd name="connsiteY4" fmla="*/ 5257799 h 5257799"/>
              <a:gd name="connsiteX5" fmla="*/ 252689 w 2407024"/>
              <a:gd name="connsiteY5" fmla="*/ 5257799 h 5257799"/>
              <a:gd name="connsiteX6" fmla="*/ 0 w 2407024"/>
              <a:gd name="connsiteY6" fmla="*/ 5005110 h 5257799"/>
              <a:gd name="connsiteX7" fmla="*/ 0 w 2407024"/>
              <a:gd name="connsiteY7" fmla="*/ 334600 h 5257799"/>
              <a:gd name="connsiteX8" fmla="*/ 334600 w 2407024"/>
              <a:gd name="connsiteY8" fmla="*/ 0 h 5257799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6208 h 5264007"/>
              <a:gd name="connsiteX1" fmla="*/ 542862 w 2407024"/>
              <a:gd name="connsiteY1" fmla="*/ 3220 h 5264007"/>
              <a:gd name="connsiteX2" fmla="*/ 914186 w 2407024"/>
              <a:gd name="connsiteY2" fmla="*/ 114496 h 5264007"/>
              <a:gd name="connsiteX3" fmla="*/ 2072424 w 2407024"/>
              <a:gd name="connsiteY3" fmla="*/ 6208 h 5264007"/>
              <a:gd name="connsiteX4" fmla="*/ 2407024 w 2407024"/>
              <a:gd name="connsiteY4" fmla="*/ 340808 h 5264007"/>
              <a:gd name="connsiteX5" fmla="*/ 2407024 w 2407024"/>
              <a:gd name="connsiteY5" fmla="*/ 5011318 h 5264007"/>
              <a:gd name="connsiteX6" fmla="*/ 2154335 w 2407024"/>
              <a:gd name="connsiteY6" fmla="*/ 5264007 h 5264007"/>
              <a:gd name="connsiteX7" fmla="*/ 252689 w 2407024"/>
              <a:gd name="connsiteY7" fmla="*/ 5264007 h 5264007"/>
              <a:gd name="connsiteX8" fmla="*/ 0 w 2407024"/>
              <a:gd name="connsiteY8" fmla="*/ 5011318 h 5264007"/>
              <a:gd name="connsiteX9" fmla="*/ 0 w 2407024"/>
              <a:gd name="connsiteY9" fmla="*/ 340808 h 5264007"/>
              <a:gd name="connsiteX10" fmla="*/ 334600 w 2407024"/>
              <a:gd name="connsiteY10" fmla="*/ 6208 h 5264007"/>
              <a:gd name="connsiteX0" fmla="*/ 334600 w 2407024"/>
              <a:gd name="connsiteY0" fmla="*/ 4367 h 5262166"/>
              <a:gd name="connsiteX1" fmla="*/ 542862 w 2407024"/>
              <a:gd name="connsiteY1" fmla="*/ 1379 h 5262166"/>
              <a:gd name="connsiteX2" fmla="*/ 720662 w 2407024"/>
              <a:gd name="connsiteY2" fmla="*/ 185226 h 5262166"/>
              <a:gd name="connsiteX3" fmla="*/ 2072424 w 2407024"/>
              <a:gd name="connsiteY3" fmla="*/ 4367 h 5262166"/>
              <a:gd name="connsiteX4" fmla="*/ 2407024 w 2407024"/>
              <a:gd name="connsiteY4" fmla="*/ 338967 h 5262166"/>
              <a:gd name="connsiteX5" fmla="*/ 2407024 w 2407024"/>
              <a:gd name="connsiteY5" fmla="*/ 5009477 h 5262166"/>
              <a:gd name="connsiteX6" fmla="*/ 2154335 w 2407024"/>
              <a:gd name="connsiteY6" fmla="*/ 5262166 h 5262166"/>
              <a:gd name="connsiteX7" fmla="*/ 252689 w 2407024"/>
              <a:gd name="connsiteY7" fmla="*/ 5262166 h 5262166"/>
              <a:gd name="connsiteX8" fmla="*/ 0 w 2407024"/>
              <a:gd name="connsiteY8" fmla="*/ 5009477 h 5262166"/>
              <a:gd name="connsiteX9" fmla="*/ 0 w 2407024"/>
              <a:gd name="connsiteY9" fmla="*/ 338967 h 5262166"/>
              <a:gd name="connsiteX10" fmla="*/ 334600 w 2407024"/>
              <a:gd name="connsiteY10" fmla="*/ 4367 h 5262166"/>
              <a:gd name="connsiteX0" fmla="*/ 334600 w 2407024"/>
              <a:gd name="connsiteY0" fmla="*/ 15601 h 5273400"/>
              <a:gd name="connsiteX1" fmla="*/ 542862 w 2407024"/>
              <a:gd name="connsiteY1" fmla="*/ 12613 h 5273400"/>
              <a:gd name="connsiteX2" fmla="*/ 720662 w 2407024"/>
              <a:gd name="connsiteY2" fmla="*/ 196460 h 5273400"/>
              <a:gd name="connsiteX3" fmla="*/ 1470567 w 2407024"/>
              <a:gd name="connsiteY3" fmla="*/ 69460 h 5273400"/>
              <a:gd name="connsiteX4" fmla="*/ 2072424 w 2407024"/>
              <a:gd name="connsiteY4" fmla="*/ 15601 h 5273400"/>
              <a:gd name="connsiteX5" fmla="*/ 2407024 w 2407024"/>
              <a:gd name="connsiteY5" fmla="*/ 350201 h 5273400"/>
              <a:gd name="connsiteX6" fmla="*/ 2407024 w 2407024"/>
              <a:gd name="connsiteY6" fmla="*/ 5020711 h 5273400"/>
              <a:gd name="connsiteX7" fmla="*/ 2154335 w 2407024"/>
              <a:gd name="connsiteY7" fmla="*/ 5273400 h 5273400"/>
              <a:gd name="connsiteX8" fmla="*/ 252689 w 2407024"/>
              <a:gd name="connsiteY8" fmla="*/ 5273400 h 5273400"/>
              <a:gd name="connsiteX9" fmla="*/ 0 w 2407024"/>
              <a:gd name="connsiteY9" fmla="*/ 5020711 h 5273400"/>
              <a:gd name="connsiteX10" fmla="*/ 0 w 2407024"/>
              <a:gd name="connsiteY10" fmla="*/ 350201 h 5273400"/>
              <a:gd name="connsiteX11" fmla="*/ 334600 w 2407024"/>
              <a:gd name="connsiteY11" fmla="*/ 15601 h 5273400"/>
              <a:gd name="connsiteX0" fmla="*/ 334600 w 2407024"/>
              <a:gd name="connsiteY0" fmla="*/ 6782 h 5264581"/>
              <a:gd name="connsiteX1" fmla="*/ 542862 w 2407024"/>
              <a:gd name="connsiteY1" fmla="*/ 3794 h 5264581"/>
              <a:gd name="connsiteX2" fmla="*/ 720662 w 2407024"/>
              <a:gd name="connsiteY2" fmla="*/ 187641 h 5264581"/>
              <a:gd name="connsiteX3" fmla="*/ 1809234 w 2407024"/>
              <a:gd name="connsiteY3" fmla="*/ 199736 h 5264581"/>
              <a:gd name="connsiteX4" fmla="*/ 2072424 w 2407024"/>
              <a:gd name="connsiteY4" fmla="*/ 6782 h 5264581"/>
              <a:gd name="connsiteX5" fmla="*/ 2407024 w 2407024"/>
              <a:gd name="connsiteY5" fmla="*/ 341382 h 5264581"/>
              <a:gd name="connsiteX6" fmla="*/ 2407024 w 2407024"/>
              <a:gd name="connsiteY6" fmla="*/ 5011892 h 5264581"/>
              <a:gd name="connsiteX7" fmla="*/ 2154335 w 2407024"/>
              <a:gd name="connsiteY7" fmla="*/ 5264581 h 5264581"/>
              <a:gd name="connsiteX8" fmla="*/ 252689 w 2407024"/>
              <a:gd name="connsiteY8" fmla="*/ 5264581 h 5264581"/>
              <a:gd name="connsiteX9" fmla="*/ 0 w 2407024"/>
              <a:gd name="connsiteY9" fmla="*/ 5011892 h 5264581"/>
              <a:gd name="connsiteX10" fmla="*/ 0 w 2407024"/>
              <a:gd name="connsiteY10" fmla="*/ 341382 h 5264581"/>
              <a:gd name="connsiteX11" fmla="*/ 334600 w 2407024"/>
              <a:gd name="connsiteY11" fmla="*/ 6782 h 5264581"/>
              <a:gd name="connsiteX0" fmla="*/ 334600 w 2407024"/>
              <a:gd name="connsiteY0" fmla="*/ 8130 h 5265929"/>
              <a:gd name="connsiteX1" fmla="*/ 542862 w 2407024"/>
              <a:gd name="connsiteY1" fmla="*/ 5142 h 5265929"/>
              <a:gd name="connsiteX2" fmla="*/ 720662 w 2407024"/>
              <a:gd name="connsiteY2" fmla="*/ 188989 h 5265929"/>
              <a:gd name="connsiteX3" fmla="*/ 1809234 w 2407024"/>
              <a:gd name="connsiteY3" fmla="*/ 201084 h 5265929"/>
              <a:gd name="connsiteX4" fmla="*/ 2072424 w 2407024"/>
              <a:gd name="connsiteY4" fmla="*/ 8130 h 5265929"/>
              <a:gd name="connsiteX5" fmla="*/ 2407024 w 2407024"/>
              <a:gd name="connsiteY5" fmla="*/ 342730 h 5265929"/>
              <a:gd name="connsiteX6" fmla="*/ 2407024 w 2407024"/>
              <a:gd name="connsiteY6" fmla="*/ 5013240 h 5265929"/>
              <a:gd name="connsiteX7" fmla="*/ 2154335 w 2407024"/>
              <a:gd name="connsiteY7" fmla="*/ 5265929 h 5265929"/>
              <a:gd name="connsiteX8" fmla="*/ 252689 w 2407024"/>
              <a:gd name="connsiteY8" fmla="*/ 5265929 h 5265929"/>
              <a:gd name="connsiteX9" fmla="*/ 0 w 2407024"/>
              <a:gd name="connsiteY9" fmla="*/ 5013240 h 5265929"/>
              <a:gd name="connsiteX10" fmla="*/ 0 w 2407024"/>
              <a:gd name="connsiteY10" fmla="*/ 342730 h 5265929"/>
              <a:gd name="connsiteX11" fmla="*/ 334600 w 2407024"/>
              <a:gd name="connsiteY11" fmla="*/ 8130 h 5265929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881806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0545 h 5278344"/>
              <a:gd name="connsiteX1" fmla="*/ 542862 w 2407024"/>
              <a:gd name="connsiteY1" fmla="*/ 17557 h 5278344"/>
              <a:gd name="connsiteX2" fmla="*/ 720662 w 2407024"/>
              <a:gd name="connsiteY2" fmla="*/ 201404 h 5278344"/>
              <a:gd name="connsiteX3" fmla="*/ 1809234 w 2407024"/>
              <a:gd name="connsiteY3" fmla="*/ 213499 h 5278344"/>
              <a:gd name="connsiteX4" fmla="*/ 1881806 w 2407024"/>
              <a:gd name="connsiteY4" fmla="*/ 32070 h 5278344"/>
              <a:gd name="connsiteX5" fmla="*/ 2072424 w 2407024"/>
              <a:gd name="connsiteY5" fmla="*/ 20545 h 5278344"/>
              <a:gd name="connsiteX6" fmla="*/ 2407024 w 2407024"/>
              <a:gd name="connsiteY6" fmla="*/ 355145 h 5278344"/>
              <a:gd name="connsiteX7" fmla="*/ 2407024 w 2407024"/>
              <a:gd name="connsiteY7" fmla="*/ 5025655 h 5278344"/>
              <a:gd name="connsiteX8" fmla="*/ 2154335 w 2407024"/>
              <a:gd name="connsiteY8" fmla="*/ 5278344 h 5278344"/>
              <a:gd name="connsiteX9" fmla="*/ 252689 w 2407024"/>
              <a:gd name="connsiteY9" fmla="*/ 5278344 h 5278344"/>
              <a:gd name="connsiteX10" fmla="*/ 0 w 2407024"/>
              <a:gd name="connsiteY10" fmla="*/ 5025655 h 5278344"/>
              <a:gd name="connsiteX11" fmla="*/ 0 w 2407024"/>
              <a:gd name="connsiteY11" fmla="*/ 355145 h 5278344"/>
              <a:gd name="connsiteX12" fmla="*/ 334600 w 2407024"/>
              <a:gd name="connsiteY12" fmla="*/ 20545 h 5278344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9234 w 2407024"/>
              <a:gd name="connsiteY3" fmla="*/ 195942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3158 w 2407024"/>
              <a:gd name="connsiteY3" fmla="*/ 214171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2017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24162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96731 w 2407024"/>
              <a:gd name="connsiteY5" fmla="*/ 15141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61714"/>
              <a:gd name="connsiteY0" fmla="*/ 2988 h 5260787"/>
              <a:gd name="connsiteX1" fmla="*/ 542862 w 2461714"/>
              <a:gd name="connsiteY1" fmla="*/ 0 h 5260787"/>
              <a:gd name="connsiteX2" fmla="*/ 720662 w 2461714"/>
              <a:gd name="connsiteY2" fmla="*/ 183847 h 5260787"/>
              <a:gd name="connsiteX3" fmla="*/ 1712008 w 2461714"/>
              <a:gd name="connsiteY3" fmla="*/ 195940 h 5260787"/>
              <a:gd name="connsiteX4" fmla="*/ 1881806 w 2461714"/>
              <a:gd name="connsiteY4" fmla="*/ 14513 h 5260787"/>
              <a:gd name="connsiteX5" fmla="*/ 2096731 w 2461714"/>
              <a:gd name="connsiteY5" fmla="*/ 15141 h 5260787"/>
              <a:gd name="connsiteX6" fmla="*/ 2461714 w 2461714"/>
              <a:gd name="connsiteY6" fmla="*/ 331512 h 5260787"/>
              <a:gd name="connsiteX7" fmla="*/ 2407024 w 2461714"/>
              <a:gd name="connsiteY7" fmla="*/ 5008098 h 5260787"/>
              <a:gd name="connsiteX8" fmla="*/ 2154335 w 2461714"/>
              <a:gd name="connsiteY8" fmla="*/ 5260787 h 5260787"/>
              <a:gd name="connsiteX9" fmla="*/ 252689 w 2461714"/>
              <a:gd name="connsiteY9" fmla="*/ 5260787 h 5260787"/>
              <a:gd name="connsiteX10" fmla="*/ 0 w 2461714"/>
              <a:gd name="connsiteY10" fmla="*/ 5008098 h 5260787"/>
              <a:gd name="connsiteX11" fmla="*/ 0 w 2461714"/>
              <a:gd name="connsiteY11" fmla="*/ 337588 h 5260787"/>
              <a:gd name="connsiteX12" fmla="*/ 334600 w 2461714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49560 w 2504250"/>
              <a:gd name="connsiteY7" fmla="*/ 5008098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67790 w 2504250"/>
              <a:gd name="connsiteY7" fmla="*/ 5032403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339780"/>
              <a:gd name="connsiteX1" fmla="*/ 585398 w 2504250"/>
              <a:gd name="connsiteY1" fmla="*/ 0 h 5339780"/>
              <a:gd name="connsiteX2" fmla="*/ 763198 w 2504250"/>
              <a:gd name="connsiteY2" fmla="*/ 183847 h 5339780"/>
              <a:gd name="connsiteX3" fmla="*/ 1754544 w 2504250"/>
              <a:gd name="connsiteY3" fmla="*/ 195940 h 5339780"/>
              <a:gd name="connsiteX4" fmla="*/ 1924342 w 2504250"/>
              <a:gd name="connsiteY4" fmla="*/ 14513 h 5339780"/>
              <a:gd name="connsiteX5" fmla="*/ 2139267 w 2504250"/>
              <a:gd name="connsiteY5" fmla="*/ 15141 h 5339780"/>
              <a:gd name="connsiteX6" fmla="*/ 2504250 w 2504250"/>
              <a:gd name="connsiteY6" fmla="*/ 331512 h 5339780"/>
              <a:gd name="connsiteX7" fmla="*/ 2467790 w 2504250"/>
              <a:gd name="connsiteY7" fmla="*/ 5032403 h 5339780"/>
              <a:gd name="connsiteX8" fmla="*/ 2196871 w 2504250"/>
              <a:gd name="connsiteY8" fmla="*/ 5339780 h 5339780"/>
              <a:gd name="connsiteX9" fmla="*/ 295225 w 2504250"/>
              <a:gd name="connsiteY9" fmla="*/ 5260787 h 5339780"/>
              <a:gd name="connsiteX10" fmla="*/ 0 w 2504250"/>
              <a:gd name="connsiteY10" fmla="*/ 5008098 h 5339780"/>
              <a:gd name="connsiteX11" fmla="*/ 42536 w 2504250"/>
              <a:gd name="connsiteY11" fmla="*/ 337588 h 5339780"/>
              <a:gd name="connsiteX12" fmla="*/ 377136 w 2504250"/>
              <a:gd name="connsiteY12" fmla="*/ 2988 h 5339780"/>
              <a:gd name="connsiteX0" fmla="*/ 377136 w 2504250"/>
              <a:gd name="connsiteY0" fmla="*/ 2988 h 5345856"/>
              <a:gd name="connsiteX1" fmla="*/ 585398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4846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36314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6043"/>
              <a:gd name="connsiteX1" fmla="*/ 615781 w 2504250"/>
              <a:gd name="connsiteY1" fmla="*/ 0 h 5346043"/>
              <a:gd name="connsiteX2" fmla="*/ 732815 w 2504250"/>
              <a:gd name="connsiteY2" fmla="*/ 183847 h 5346043"/>
              <a:gd name="connsiteX3" fmla="*/ 1797081 w 2504250"/>
              <a:gd name="connsiteY3" fmla="*/ 189865 h 5346043"/>
              <a:gd name="connsiteX4" fmla="*/ 1924342 w 2504250"/>
              <a:gd name="connsiteY4" fmla="*/ 14513 h 5346043"/>
              <a:gd name="connsiteX5" fmla="*/ 2139267 w 2504250"/>
              <a:gd name="connsiteY5" fmla="*/ 15141 h 5346043"/>
              <a:gd name="connsiteX6" fmla="*/ 2504250 w 2504250"/>
              <a:gd name="connsiteY6" fmla="*/ 331512 h 5346043"/>
              <a:gd name="connsiteX7" fmla="*/ 2467790 w 2504250"/>
              <a:gd name="connsiteY7" fmla="*/ 5032403 h 5346043"/>
              <a:gd name="connsiteX8" fmla="*/ 2196871 w 2504250"/>
              <a:gd name="connsiteY8" fmla="*/ 5339780 h 5346043"/>
              <a:gd name="connsiteX9" fmla="*/ 307378 w 2504250"/>
              <a:gd name="connsiteY9" fmla="*/ 5345856 h 5346043"/>
              <a:gd name="connsiteX10" fmla="*/ 0 w 2504250"/>
              <a:gd name="connsiteY10" fmla="*/ 5008098 h 5346043"/>
              <a:gd name="connsiteX11" fmla="*/ 42536 w 2504250"/>
              <a:gd name="connsiteY11" fmla="*/ 337588 h 5346043"/>
              <a:gd name="connsiteX12" fmla="*/ 377136 w 2504250"/>
              <a:gd name="connsiteY12" fmla="*/ 2988 h 5346043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4250" h="5346138">
                <a:moveTo>
                  <a:pt x="377136" y="2988"/>
                </a:moveTo>
                <a:lnTo>
                  <a:pt x="615781" y="0"/>
                </a:lnTo>
                <a:cubicBezTo>
                  <a:pt x="609076" y="145653"/>
                  <a:pt x="623728" y="183349"/>
                  <a:pt x="732815" y="183847"/>
                </a:cubicBezTo>
                <a:lnTo>
                  <a:pt x="1797081" y="189865"/>
                </a:lnTo>
                <a:cubicBezTo>
                  <a:pt x="1934849" y="204177"/>
                  <a:pt x="1929090" y="40595"/>
                  <a:pt x="1924342" y="14513"/>
                </a:cubicBezTo>
                <a:cubicBezTo>
                  <a:pt x="2034905" y="12563"/>
                  <a:pt x="2068894" y="9906"/>
                  <a:pt x="2139267" y="15141"/>
                </a:cubicBezTo>
                <a:cubicBezTo>
                  <a:pt x="2324061" y="15141"/>
                  <a:pt x="2504250" y="146718"/>
                  <a:pt x="2504250" y="331512"/>
                </a:cubicBezTo>
                <a:lnTo>
                  <a:pt x="2467790" y="5032403"/>
                </a:lnTo>
                <a:cubicBezTo>
                  <a:pt x="2475048" y="5237273"/>
                  <a:pt x="2387227" y="5339780"/>
                  <a:pt x="2196871" y="5339780"/>
                </a:cubicBezTo>
                <a:lnTo>
                  <a:pt x="307378" y="5345856"/>
                </a:lnTo>
                <a:cubicBezTo>
                  <a:pt x="80736" y="5353114"/>
                  <a:pt x="7257" y="5220226"/>
                  <a:pt x="0" y="5008098"/>
                </a:cubicBezTo>
                <a:lnTo>
                  <a:pt x="42536" y="337588"/>
                </a:lnTo>
                <a:cubicBezTo>
                  <a:pt x="42536" y="152794"/>
                  <a:pt x="192342" y="2988"/>
                  <a:pt x="377136" y="2988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685800"/>
            <a:ext cx="4114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FE9175-F382-F64D-A5CC-C57064701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152525"/>
            <a:ext cx="4114800" cy="5135563"/>
          </a:xfrm>
        </p:spPr>
        <p:txBody>
          <a:bodyPr/>
          <a:lstStyle>
            <a:lvl2pPr>
              <a:defRPr>
                <a:solidFill>
                  <a:srgbClr val="FF8F1C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25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phone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1323" y="508240"/>
            <a:ext cx="3325238" cy="6361552"/>
          </a:xfrm>
          <a:prstGeom prst="rect">
            <a:avLst/>
          </a:prstGeom>
        </p:spPr>
      </p:pic>
      <p:sp>
        <p:nvSpPr>
          <p:cNvPr id="2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77894" y="965204"/>
            <a:ext cx="2504250" cy="5341253"/>
          </a:xfrm>
          <a:custGeom>
            <a:avLst/>
            <a:gdLst>
              <a:gd name="connsiteX0" fmla="*/ 334600 w 2407024"/>
              <a:gd name="connsiteY0" fmla="*/ 0 h 5257799"/>
              <a:gd name="connsiteX1" fmla="*/ 2072424 w 2407024"/>
              <a:gd name="connsiteY1" fmla="*/ 0 h 5257799"/>
              <a:gd name="connsiteX2" fmla="*/ 2407024 w 2407024"/>
              <a:gd name="connsiteY2" fmla="*/ 334600 h 5257799"/>
              <a:gd name="connsiteX3" fmla="*/ 2407024 w 2407024"/>
              <a:gd name="connsiteY3" fmla="*/ 5005110 h 5257799"/>
              <a:gd name="connsiteX4" fmla="*/ 2154335 w 2407024"/>
              <a:gd name="connsiteY4" fmla="*/ 5257799 h 5257799"/>
              <a:gd name="connsiteX5" fmla="*/ 252689 w 2407024"/>
              <a:gd name="connsiteY5" fmla="*/ 5257799 h 5257799"/>
              <a:gd name="connsiteX6" fmla="*/ 0 w 2407024"/>
              <a:gd name="connsiteY6" fmla="*/ 5005110 h 5257799"/>
              <a:gd name="connsiteX7" fmla="*/ 0 w 2407024"/>
              <a:gd name="connsiteY7" fmla="*/ 334600 h 5257799"/>
              <a:gd name="connsiteX8" fmla="*/ 334600 w 2407024"/>
              <a:gd name="connsiteY8" fmla="*/ 0 h 5257799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6208 h 5264007"/>
              <a:gd name="connsiteX1" fmla="*/ 542862 w 2407024"/>
              <a:gd name="connsiteY1" fmla="*/ 3220 h 5264007"/>
              <a:gd name="connsiteX2" fmla="*/ 914186 w 2407024"/>
              <a:gd name="connsiteY2" fmla="*/ 114496 h 5264007"/>
              <a:gd name="connsiteX3" fmla="*/ 2072424 w 2407024"/>
              <a:gd name="connsiteY3" fmla="*/ 6208 h 5264007"/>
              <a:gd name="connsiteX4" fmla="*/ 2407024 w 2407024"/>
              <a:gd name="connsiteY4" fmla="*/ 340808 h 5264007"/>
              <a:gd name="connsiteX5" fmla="*/ 2407024 w 2407024"/>
              <a:gd name="connsiteY5" fmla="*/ 5011318 h 5264007"/>
              <a:gd name="connsiteX6" fmla="*/ 2154335 w 2407024"/>
              <a:gd name="connsiteY6" fmla="*/ 5264007 h 5264007"/>
              <a:gd name="connsiteX7" fmla="*/ 252689 w 2407024"/>
              <a:gd name="connsiteY7" fmla="*/ 5264007 h 5264007"/>
              <a:gd name="connsiteX8" fmla="*/ 0 w 2407024"/>
              <a:gd name="connsiteY8" fmla="*/ 5011318 h 5264007"/>
              <a:gd name="connsiteX9" fmla="*/ 0 w 2407024"/>
              <a:gd name="connsiteY9" fmla="*/ 340808 h 5264007"/>
              <a:gd name="connsiteX10" fmla="*/ 334600 w 2407024"/>
              <a:gd name="connsiteY10" fmla="*/ 6208 h 5264007"/>
              <a:gd name="connsiteX0" fmla="*/ 334600 w 2407024"/>
              <a:gd name="connsiteY0" fmla="*/ 4367 h 5262166"/>
              <a:gd name="connsiteX1" fmla="*/ 542862 w 2407024"/>
              <a:gd name="connsiteY1" fmla="*/ 1379 h 5262166"/>
              <a:gd name="connsiteX2" fmla="*/ 720662 w 2407024"/>
              <a:gd name="connsiteY2" fmla="*/ 185226 h 5262166"/>
              <a:gd name="connsiteX3" fmla="*/ 2072424 w 2407024"/>
              <a:gd name="connsiteY3" fmla="*/ 4367 h 5262166"/>
              <a:gd name="connsiteX4" fmla="*/ 2407024 w 2407024"/>
              <a:gd name="connsiteY4" fmla="*/ 338967 h 5262166"/>
              <a:gd name="connsiteX5" fmla="*/ 2407024 w 2407024"/>
              <a:gd name="connsiteY5" fmla="*/ 5009477 h 5262166"/>
              <a:gd name="connsiteX6" fmla="*/ 2154335 w 2407024"/>
              <a:gd name="connsiteY6" fmla="*/ 5262166 h 5262166"/>
              <a:gd name="connsiteX7" fmla="*/ 252689 w 2407024"/>
              <a:gd name="connsiteY7" fmla="*/ 5262166 h 5262166"/>
              <a:gd name="connsiteX8" fmla="*/ 0 w 2407024"/>
              <a:gd name="connsiteY8" fmla="*/ 5009477 h 5262166"/>
              <a:gd name="connsiteX9" fmla="*/ 0 w 2407024"/>
              <a:gd name="connsiteY9" fmla="*/ 338967 h 5262166"/>
              <a:gd name="connsiteX10" fmla="*/ 334600 w 2407024"/>
              <a:gd name="connsiteY10" fmla="*/ 4367 h 5262166"/>
              <a:gd name="connsiteX0" fmla="*/ 334600 w 2407024"/>
              <a:gd name="connsiteY0" fmla="*/ 15601 h 5273400"/>
              <a:gd name="connsiteX1" fmla="*/ 542862 w 2407024"/>
              <a:gd name="connsiteY1" fmla="*/ 12613 h 5273400"/>
              <a:gd name="connsiteX2" fmla="*/ 720662 w 2407024"/>
              <a:gd name="connsiteY2" fmla="*/ 196460 h 5273400"/>
              <a:gd name="connsiteX3" fmla="*/ 1470567 w 2407024"/>
              <a:gd name="connsiteY3" fmla="*/ 69460 h 5273400"/>
              <a:gd name="connsiteX4" fmla="*/ 2072424 w 2407024"/>
              <a:gd name="connsiteY4" fmla="*/ 15601 h 5273400"/>
              <a:gd name="connsiteX5" fmla="*/ 2407024 w 2407024"/>
              <a:gd name="connsiteY5" fmla="*/ 350201 h 5273400"/>
              <a:gd name="connsiteX6" fmla="*/ 2407024 w 2407024"/>
              <a:gd name="connsiteY6" fmla="*/ 5020711 h 5273400"/>
              <a:gd name="connsiteX7" fmla="*/ 2154335 w 2407024"/>
              <a:gd name="connsiteY7" fmla="*/ 5273400 h 5273400"/>
              <a:gd name="connsiteX8" fmla="*/ 252689 w 2407024"/>
              <a:gd name="connsiteY8" fmla="*/ 5273400 h 5273400"/>
              <a:gd name="connsiteX9" fmla="*/ 0 w 2407024"/>
              <a:gd name="connsiteY9" fmla="*/ 5020711 h 5273400"/>
              <a:gd name="connsiteX10" fmla="*/ 0 w 2407024"/>
              <a:gd name="connsiteY10" fmla="*/ 350201 h 5273400"/>
              <a:gd name="connsiteX11" fmla="*/ 334600 w 2407024"/>
              <a:gd name="connsiteY11" fmla="*/ 15601 h 5273400"/>
              <a:gd name="connsiteX0" fmla="*/ 334600 w 2407024"/>
              <a:gd name="connsiteY0" fmla="*/ 6782 h 5264581"/>
              <a:gd name="connsiteX1" fmla="*/ 542862 w 2407024"/>
              <a:gd name="connsiteY1" fmla="*/ 3794 h 5264581"/>
              <a:gd name="connsiteX2" fmla="*/ 720662 w 2407024"/>
              <a:gd name="connsiteY2" fmla="*/ 187641 h 5264581"/>
              <a:gd name="connsiteX3" fmla="*/ 1809234 w 2407024"/>
              <a:gd name="connsiteY3" fmla="*/ 199736 h 5264581"/>
              <a:gd name="connsiteX4" fmla="*/ 2072424 w 2407024"/>
              <a:gd name="connsiteY4" fmla="*/ 6782 h 5264581"/>
              <a:gd name="connsiteX5" fmla="*/ 2407024 w 2407024"/>
              <a:gd name="connsiteY5" fmla="*/ 341382 h 5264581"/>
              <a:gd name="connsiteX6" fmla="*/ 2407024 w 2407024"/>
              <a:gd name="connsiteY6" fmla="*/ 5011892 h 5264581"/>
              <a:gd name="connsiteX7" fmla="*/ 2154335 w 2407024"/>
              <a:gd name="connsiteY7" fmla="*/ 5264581 h 5264581"/>
              <a:gd name="connsiteX8" fmla="*/ 252689 w 2407024"/>
              <a:gd name="connsiteY8" fmla="*/ 5264581 h 5264581"/>
              <a:gd name="connsiteX9" fmla="*/ 0 w 2407024"/>
              <a:gd name="connsiteY9" fmla="*/ 5011892 h 5264581"/>
              <a:gd name="connsiteX10" fmla="*/ 0 w 2407024"/>
              <a:gd name="connsiteY10" fmla="*/ 341382 h 5264581"/>
              <a:gd name="connsiteX11" fmla="*/ 334600 w 2407024"/>
              <a:gd name="connsiteY11" fmla="*/ 6782 h 5264581"/>
              <a:gd name="connsiteX0" fmla="*/ 334600 w 2407024"/>
              <a:gd name="connsiteY0" fmla="*/ 8130 h 5265929"/>
              <a:gd name="connsiteX1" fmla="*/ 542862 w 2407024"/>
              <a:gd name="connsiteY1" fmla="*/ 5142 h 5265929"/>
              <a:gd name="connsiteX2" fmla="*/ 720662 w 2407024"/>
              <a:gd name="connsiteY2" fmla="*/ 188989 h 5265929"/>
              <a:gd name="connsiteX3" fmla="*/ 1809234 w 2407024"/>
              <a:gd name="connsiteY3" fmla="*/ 201084 h 5265929"/>
              <a:gd name="connsiteX4" fmla="*/ 2072424 w 2407024"/>
              <a:gd name="connsiteY4" fmla="*/ 8130 h 5265929"/>
              <a:gd name="connsiteX5" fmla="*/ 2407024 w 2407024"/>
              <a:gd name="connsiteY5" fmla="*/ 342730 h 5265929"/>
              <a:gd name="connsiteX6" fmla="*/ 2407024 w 2407024"/>
              <a:gd name="connsiteY6" fmla="*/ 5013240 h 5265929"/>
              <a:gd name="connsiteX7" fmla="*/ 2154335 w 2407024"/>
              <a:gd name="connsiteY7" fmla="*/ 5265929 h 5265929"/>
              <a:gd name="connsiteX8" fmla="*/ 252689 w 2407024"/>
              <a:gd name="connsiteY8" fmla="*/ 5265929 h 5265929"/>
              <a:gd name="connsiteX9" fmla="*/ 0 w 2407024"/>
              <a:gd name="connsiteY9" fmla="*/ 5013240 h 5265929"/>
              <a:gd name="connsiteX10" fmla="*/ 0 w 2407024"/>
              <a:gd name="connsiteY10" fmla="*/ 342730 h 5265929"/>
              <a:gd name="connsiteX11" fmla="*/ 334600 w 2407024"/>
              <a:gd name="connsiteY11" fmla="*/ 8130 h 5265929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881806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0545 h 5278344"/>
              <a:gd name="connsiteX1" fmla="*/ 542862 w 2407024"/>
              <a:gd name="connsiteY1" fmla="*/ 17557 h 5278344"/>
              <a:gd name="connsiteX2" fmla="*/ 720662 w 2407024"/>
              <a:gd name="connsiteY2" fmla="*/ 201404 h 5278344"/>
              <a:gd name="connsiteX3" fmla="*/ 1809234 w 2407024"/>
              <a:gd name="connsiteY3" fmla="*/ 213499 h 5278344"/>
              <a:gd name="connsiteX4" fmla="*/ 1881806 w 2407024"/>
              <a:gd name="connsiteY4" fmla="*/ 32070 h 5278344"/>
              <a:gd name="connsiteX5" fmla="*/ 2072424 w 2407024"/>
              <a:gd name="connsiteY5" fmla="*/ 20545 h 5278344"/>
              <a:gd name="connsiteX6" fmla="*/ 2407024 w 2407024"/>
              <a:gd name="connsiteY6" fmla="*/ 355145 h 5278344"/>
              <a:gd name="connsiteX7" fmla="*/ 2407024 w 2407024"/>
              <a:gd name="connsiteY7" fmla="*/ 5025655 h 5278344"/>
              <a:gd name="connsiteX8" fmla="*/ 2154335 w 2407024"/>
              <a:gd name="connsiteY8" fmla="*/ 5278344 h 5278344"/>
              <a:gd name="connsiteX9" fmla="*/ 252689 w 2407024"/>
              <a:gd name="connsiteY9" fmla="*/ 5278344 h 5278344"/>
              <a:gd name="connsiteX10" fmla="*/ 0 w 2407024"/>
              <a:gd name="connsiteY10" fmla="*/ 5025655 h 5278344"/>
              <a:gd name="connsiteX11" fmla="*/ 0 w 2407024"/>
              <a:gd name="connsiteY11" fmla="*/ 355145 h 5278344"/>
              <a:gd name="connsiteX12" fmla="*/ 334600 w 2407024"/>
              <a:gd name="connsiteY12" fmla="*/ 20545 h 5278344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9234 w 2407024"/>
              <a:gd name="connsiteY3" fmla="*/ 195942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3158 w 2407024"/>
              <a:gd name="connsiteY3" fmla="*/ 214171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2017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24162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96731 w 2407024"/>
              <a:gd name="connsiteY5" fmla="*/ 15141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61714"/>
              <a:gd name="connsiteY0" fmla="*/ 2988 h 5260787"/>
              <a:gd name="connsiteX1" fmla="*/ 542862 w 2461714"/>
              <a:gd name="connsiteY1" fmla="*/ 0 h 5260787"/>
              <a:gd name="connsiteX2" fmla="*/ 720662 w 2461714"/>
              <a:gd name="connsiteY2" fmla="*/ 183847 h 5260787"/>
              <a:gd name="connsiteX3" fmla="*/ 1712008 w 2461714"/>
              <a:gd name="connsiteY3" fmla="*/ 195940 h 5260787"/>
              <a:gd name="connsiteX4" fmla="*/ 1881806 w 2461714"/>
              <a:gd name="connsiteY4" fmla="*/ 14513 h 5260787"/>
              <a:gd name="connsiteX5" fmla="*/ 2096731 w 2461714"/>
              <a:gd name="connsiteY5" fmla="*/ 15141 h 5260787"/>
              <a:gd name="connsiteX6" fmla="*/ 2461714 w 2461714"/>
              <a:gd name="connsiteY6" fmla="*/ 331512 h 5260787"/>
              <a:gd name="connsiteX7" fmla="*/ 2407024 w 2461714"/>
              <a:gd name="connsiteY7" fmla="*/ 5008098 h 5260787"/>
              <a:gd name="connsiteX8" fmla="*/ 2154335 w 2461714"/>
              <a:gd name="connsiteY8" fmla="*/ 5260787 h 5260787"/>
              <a:gd name="connsiteX9" fmla="*/ 252689 w 2461714"/>
              <a:gd name="connsiteY9" fmla="*/ 5260787 h 5260787"/>
              <a:gd name="connsiteX10" fmla="*/ 0 w 2461714"/>
              <a:gd name="connsiteY10" fmla="*/ 5008098 h 5260787"/>
              <a:gd name="connsiteX11" fmla="*/ 0 w 2461714"/>
              <a:gd name="connsiteY11" fmla="*/ 337588 h 5260787"/>
              <a:gd name="connsiteX12" fmla="*/ 334600 w 2461714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49560 w 2504250"/>
              <a:gd name="connsiteY7" fmla="*/ 5008098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67790 w 2504250"/>
              <a:gd name="connsiteY7" fmla="*/ 5032403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339780"/>
              <a:gd name="connsiteX1" fmla="*/ 585398 w 2504250"/>
              <a:gd name="connsiteY1" fmla="*/ 0 h 5339780"/>
              <a:gd name="connsiteX2" fmla="*/ 763198 w 2504250"/>
              <a:gd name="connsiteY2" fmla="*/ 183847 h 5339780"/>
              <a:gd name="connsiteX3" fmla="*/ 1754544 w 2504250"/>
              <a:gd name="connsiteY3" fmla="*/ 195940 h 5339780"/>
              <a:gd name="connsiteX4" fmla="*/ 1924342 w 2504250"/>
              <a:gd name="connsiteY4" fmla="*/ 14513 h 5339780"/>
              <a:gd name="connsiteX5" fmla="*/ 2139267 w 2504250"/>
              <a:gd name="connsiteY5" fmla="*/ 15141 h 5339780"/>
              <a:gd name="connsiteX6" fmla="*/ 2504250 w 2504250"/>
              <a:gd name="connsiteY6" fmla="*/ 331512 h 5339780"/>
              <a:gd name="connsiteX7" fmla="*/ 2467790 w 2504250"/>
              <a:gd name="connsiteY7" fmla="*/ 5032403 h 5339780"/>
              <a:gd name="connsiteX8" fmla="*/ 2196871 w 2504250"/>
              <a:gd name="connsiteY8" fmla="*/ 5339780 h 5339780"/>
              <a:gd name="connsiteX9" fmla="*/ 295225 w 2504250"/>
              <a:gd name="connsiteY9" fmla="*/ 5260787 h 5339780"/>
              <a:gd name="connsiteX10" fmla="*/ 0 w 2504250"/>
              <a:gd name="connsiteY10" fmla="*/ 5008098 h 5339780"/>
              <a:gd name="connsiteX11" fmla="*/ 42536 w 2504250"/>
              <a:gd name="connsiteY11" fmla="*/ 337588 h 5339780"/>
              <a:gd name="connsiteX12" fmla="*/ 377136 w 2504250"/>
              <a:gd name="connsiteY12" fmla="*/ 2988 h 5339780"/>
              <a:gd name="connsiteX0" fmla="*/ 377136 w 2504250"/>
              <a:gd name="connsiteY0" fmla="*/ 2988 h 5345856"/>
              <a:gd name="connsiteX1" fmla="*/ 585398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4846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36314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6043"/>
              <a:gd name="connsiteX1" fmla="*/ 615781 w 2504250"/>
              <a:gd name="connsiteY1" fmla="*/ 0 h 5346043"/>
              <a:gd name="connsiteX2" fmla="*/ 732815 w 2504250"/>
              <a:gd name="connsiteY2" fmla="*/ 183847 h 5346043"/>
              <a:gd name="connsiteX3" fmla="*/ 1797081 w 2504250"/>
              <a:gd name="connsiteY3" fmla="*/ 189865 h 5346043"/>
              <a:gd name="connsiteX4" fmla="*/ 1924342 w 2504250"/>
              <a:gd name="connsiteY4" fmla="*/ 14513 h 5346043"/>
              <a:gd name="connsiteX5" fmla="*/ 2139267 w 2504250"/>
              <a:gd name="connsiteY5" fmla="*/ 15141 h 5346043"/>
              <a:gd name="connsiteX6" fmla="*/ 2504250 w 2504250"/>
              <a:gd name="connsiteY6" fmla="*/ 331512 h 5346043"/>
              <a:gd name="connsiteX7" fmla="*/ 2467790 w 2504250"/>
              <a:gd name="connsiteY7" fmla="*/ 5032403 h 5346043"/>
              <a:gd name="connsiteX8" fmla="*/ 2196871 w 2504250"/>
              <a:gd name="connsiteY8" fmla="*/ 5339780 h 5346043"/>
              <a:gd name="connsiteX9" fmla="*/ 307378 w 2504250"/>
              <a:gd name="connsiteY9" fmla="*/ 5345856 h 5346043"/>
              <a:gd name="connsiteX10" fmla="*/ 0 w 2504250"/>
              <a:gd name="connsiteY10" fmla="*/ 5008098 h 5346043"/>
              <a:gd name="connsiteX11" fmla="*/ 42536 w 2504250"/>
              <a:gd name="connsiteY11" fmla="*/ 337588 h 5346043"/>
              <a:gd name="connsiteX12" fmla="*/ 377136 w 2504250"/>
              <a:gd name="connsiteY12" fmla="*/ 2988 h 5346043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4250" h="5346138">
                <a:moveTo>
                  <a:pt x="377136" y="2988"/>
                </a:moveTo>
                <a:lnTo>
                  <a:pt x="615781" y="0"/>
                </a:lnTo>
                <a:cubicBezTo>
                  <a:pt x="609076" y="145653"/>
                  <a:pt x="623728" y="183349"/>
                  <a:pt x="732815" y="183847"/>
                </a:cubicBezTo>
                <a:lnTo>
                  <a:pt x="1797081" y="189865"/>
                </a:lnTo>
                <a:cubicBezTo>
                  <a:pt x="1934849" y="204177"/>
                  <a:pt x="1929090" y="40595"/>
                  <a:pt x="1924342" y="14513"/>
                </a:cubicBezTo>
                <a:cubicBezTo>
                  <a:pt x="2034905" y="12563"/>
                  <a:pt x="2068894" y="9906"/>
                  <a:pt x="2139267" y="15141"/>
                </a:cubicBezTo>
                <a:cubicBezTo>
                  <a:pt x="2324061" y="15141"/>
                  <a:pt x="2504250" y="146718"/>
                  <a:pt x="2504250" y="331512"/>
                </a:cubicBezTo>
                <a:lnTo>
                  <a:pt x="2467790" y="5032403"/>
                </a:lnTo>
                <a:cubicBezTo>
                  <a:pt x="2475048" y="5237273"/>
                  <a:pt x="2387227" y="5339780"/>
                  <a:pt x="2196871" y="5339780"/>
                </a:cubicBezTo>
                <a:lnTo>
                  <a:pt x="307378" y="5345856"/>
                </a:lnTo>
                <a:cubicBezTo>
                  <a:pt x="80736" y="5353114"/>
                  <a:pt x="7257" y="5220226"/>
                  <a:pt x="0" y="5008098"/>
                </a:cubicBezTo>
                <a:lnTo>
                  <a:pt x="42536" y="337588"/>
                </a:lnTo>
                <a:cubicBezTo>
                  <a:pt x="42536" y="152794"/>
                  <a:pt x="192342" y="2988"/>
                  <a:pt x="377136" y="2988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7872" y="508240"/>
            <a:ext cx="3325238" cy="6361552"/>
          </a:xfrm>
          <a:prstGeom prst="rect">
            <a:avLst/>
          </a:prstGeom>
        </p:spPr>
      </p:pic>
      <p:sp>
        <p:nvSpPr>
          <p:cNvPr id="2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674443" y="965204"/>
            <a:ext cx="2504250" cy="5341253"/>
          </a:xfrm>
          <a:custGeom>
            <a:avLst/>
            <a:gdLst>
              <a:gd name="connsiteX0" fmla="*/ 334600 w 2407024"/>
              <a:gd name="connsiteY0" fmla="*/ 0 h 5257799"/>
              <a:gd name="connsiteX1" fmla="*/ 2072424 w 2407024"/>
              <a:gd name="connsiteY1" fmla="*/ 0 h 5257799"/>
              <a:gd name="connsiteX2" fmla="*/ 2407024 w 2407024"/>
              <a:gd name="connsiteY2" fmla="*/ 334600 h 5257799"/>
              <a:gd name="connsiteX3" fmla="*/ 2407024 w 2407024"/>
              <a:gd name="connsiteY3" fmla="*/ 5005110 h 5257799"/>
              <a:gd name="connsiteX4" fmla="*/ 2154335 w 2407024"/>
              <a:gd name="connsiteY4" fmla="*/ 5257799 h 5257799"/>
              <a:gd name="connsiteX5" fmla="*/ 252689 w 2407024"/>
              <a:gd name="connsiteY5" fmla="*/ 5257799 h 5257799"/>
              <a:gd name="connsiteX6" fmla="*/ 0 w 2407024"/>
              <a:gd name="connsiteY6" fmla="*/ 5005110 h 5257799"/>
              <a:gd name="connsiteX7" fmla="*/ 0 w 2407024"/>
              <a:gd name="connsiteY7" fmla="*/ 334600 h 5257799"/>
              <a:gd name="connsiteX8" fmla="*/ 334600 w 2407024"/>
              <a:gd name="connsiteY8" fmla="*/ 0 h 5257799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6208 h 5264007"/>
              <a:gd name="connsiteX1" fmla="*/ 542862 w 2407024"/>
              <a:gd name="connsiteY1" fmla="*/ 3220 h 5264007"/>
              <a:gd name="connsiteX2" fmla="*/ 914186 w 2407024"/>
              <a:gd name="connsiteY2" fmla="*/ 114496 h 5264007"/>
              <a:gd name="connsiteX3" fmla="*/ 2072424 w 2407024"/>
              <a:gd name="connsiteY3" fmla="*/ 6208 h 5264007"/>
              <a:gd name="connsiteX4" fmla="*/ 2407024 w 2407024"/>
              <a:gd name="connsiteY4" fmla="*/ 340808 h 5264007"/>
              <a:gd name="connsiteX5" fmla="*/ 2407024 w 2407024"/>
              <a:gd name="connsiteY5" fmla="*/ 5011318 h 5264007"/>
              <a:gd name="connsiteX6" fmla="*/ 2154335 w 2407024"/>
              <a:gd name="connsiteY6" fmla="*/ 5264007 h 5264007"/>
              <a:gd name="connsiteX7" fmla="*/ 252689 w 2407024"/>
              <a:gd name="connsiteY7" fmla="*/ 5264007 h 5264007"/>
              <a:gd name="connsiteX8" fmla="*/ 0 w 2407024"/>
              <a:gd name="connsiteY8" fmla="*/ 5011318 h 5264007"/>
              <a:gd name="connsiteX9" fmla="*/ 0 w 2407024"/>
              <a:gd name="connsiteY9" fmla="*/ 340808 h 5264007"/>
              <a:gd name="connsiteX10" fmla="*/ 334600 w 2407024"/>
              <a:gd name="connsiteY10" fmla="*/ 6208 h 5264007"/>
              <a:gd name="connsiteX0" fmla="*/ 334600 w 2407024"/>
              <a:gd name="connsiteY0" fmla="*/ 4367 h 5262166"/>
              <a:gd name="connsiteX1" fmla="*/ 542862 w 2407024"/>
              <a:gd name="connsiteY1" fmla="*/ 1379 h 5262166"/>
              <a:gd name="connsiteX2" fmla="*/ 720662 w 2407024"/>
              <a:gd name="connsiteY2" fmla="*/ 185226 h 5262166"/>
              <a:gd name="connsiteX3" fmla="*/ 2072424 w 2407024"/>
              <a:gd name="connsiteY3" fmla="*/ 4367 h 5262166"/>
              <a:gd name="connsiteX4" fmla="*/ 2407024 w 2407024"/>
              <a:gd name="connsiteY4" fmla="*/ 338967 h 5262166"/>
              <a:gd name="connsiteX5" fmla="*/ 2407024 w 2407024"/>
              <a:gd name="connsiteY5" fmla="*/ 5009477 h 5262166"/>
              <a:gd name="connsiteX6" fmla="*/ 2154335 w 2407024"/>
              <a:gd name="connsiteY6" fmla="*/ 5262166 h 5262166"/>
              <a:gd name="connsiteX7" fmla="*/ 252689 w 2407024"/>
              <a:gd name="connsiteY7" fmla="*/ 5262166 h 5262166"/>
              <a:gd name="connsiteX8" fmla="*/ 0 w 2407024"/>
              <a:gd name="connsiteY8" fmla="*/ 5009477 h 5262166"/>
              <a:gd name="connsiteX9" fmla="*/ 0 w 2407024"/>
              <a:gd name="connsiteY9" fmla="*/ 338967 h 5262166"/>
              <a:gd name="connsiteX10" fmla="*/ 334600 w 2407024"/>
              <a:gd name="connsiteY10" fmla="*/ 4367 h 5262166"/>
              <a:gd name="connsiteX0" fmla="*/ 334600 w 2407024"/>
              <a:gd name="connsiteY0" fmla="*/ 15601 h 5273400"/>
              <a:gd name="connsiteX1" fmla="*/ 542862 w 2407024"/>
              <a:gd name="connsiteY1" fmla="*/ 12613 h 5273400"/>
              <a:gd name="connsiteX2" fmla="*/ 720662 w 2407024"/>
              <a:gd name="connsiteY2" fmla="*/ 196460 h 5273400"/>
              <a:gd name="connsiteX3" fmla="*/ 1470567 w 2407024"/>
              <a:gd name="connsiteY3" fmla="*/ 69460 h 5273400"/>
              <a:gd name="connsiteX4" fmla="*/ 2072424 w 2407024"/>
              <a:gd name="connsiteY4" fmla="*/ 15601 h 5273400"/>
              <a:gd name="connsiteX5" fmla="*/ 2407024 w 2407024"/>
              <a:gd name="connsiteY5" fmla="*/ 350201 h 5273400"/>
              <a:gd name="connsiteX6" fmla="*/ 2407024 w 2407024"/>
              <a:gd name="connsiteY6" fmla="*/ 5020711 h 5273400"/>
              <a:gd name="connsiteX7" fmla="*/ 2154335 w 2407024"/>
              <a:gd name="connsiteY7" fmla="*/ 5273400 h 5273400"/>
              <a:gd name="connsiteX8" fmla="*/ 252689 w 2407024"/>
              <a:gd name="connsiteY8" fmla="*/ 5273400 h 5273400"/>
              <a:gd name="connsiteX9" fmla="*/ 0 w 2407024"/>
              <a:gd name="connsiteY9" fmla="*/ 5020711 h 5273400"/>
              <a:gd name="connsiteX10" fmla="*/ 0 w 2407024"/>
              <a:gd name="connsiteY10" fmla="*/ 350201 h 5273400"/>
              <a:gd name="connsiteX11" fmla="*/ 334600 w 2407024"/>
              <a:gd name="connsiteY11" fmla="*/ 15601 h 5273400"/>
              <a:gd name="connsiteX0" fmla="*/ 334600 w 2407024"/>
              <a:gd name="connsiteY0" fmla="*/ 6782 h 5264581"/>
              <a:gd name="connsiteX1" fmla="*/ 542862 w 2407024"/>
              <a:gd name="connsiteY1" fmla="*/ 3794 h 5264581"/>
              <a:gd name="connsiteX2" fmla="*/ 720662 w 2407024"/>
              <a:gd name="connsiteY2" fmla="*/ 187641 h 5264581"/>
              <a:gd name="connsiteX3" fmla="*/ 1809234 w 2407024"/>
              <a:gd name="connsiteY3" fmla="*/ 199736 h 5264581"/>
              <a:gd name="connsiteX4" fmla="*/ 2072424 w 2407024"/>
              <a:gd name="connsiteY4" fmla="*/ 6782 h 5264581"/>
              <a:gd name="connsiteX5" fmla="*/ 2407024 w 2407024"/>
              <a:gd name="connsiteY5" fmla="*/ 341382 h 5264581"/>
              <a:gd name="connsiteX6" fmla="*/ 2407024 w 2407024"/>
              <a:gd name="connsiteY6" fmla="*/ 5011892 h 5264581"/>
              <a:gd name="connsiteX7" fmla="*/ 2154335 w 2407024"/>
              <a:gd name="connsiteY7" fmla="*/ 5264581 h 5264581"/>
              <a:gd name="connsiteX8" fmla="*/ 252689 w 2407024"/>
              <a:gd name="connsiteY8" fmla="*/ 5264581 h 5264581"/>
              <a:gd name="connsiteX9" fmla="*/ 0 w 2407024"/>
              <a:gd name="connsiteY9" fmla="*/ 5011892 h 5264581"/>
              <a:gd name="connsiteX10" fmla="*/ 0 w 2407024"/>
              <a:gd name="connsiteY10" fmla="*/ 341382 h 5264581"/>
              <a:gd name="connsiteX11" fmla="*/ 334600 w 2407024"/>
              <a:gd name="connsiteY11" fmla="*/ 6782 h 5264581"/>
              <a:gd name="connsiteX0" fmla="*/ 334600 w 2407024"/>
              <a:gd name="connsiteY0" fmla="*/ 8130 h 5265929"/>
              <a:gd name="connsiteX1" fmla="*/ 542862 w 2407024"/>
              <a:gd name="connsiteY1" fmla="*/ 5142 h 5265929"/>
              <a:gd name="connsiteX2" fmla="*/ 720662 w 2407024"/>
              <a:gd name="connsiteY2" fmla="*/ 188989 h 5265929"/>
              <a:gd name="connsiteX3" fmla="*/ 1809234 w 2407024"/>
              <a:gd name="connsiteY3" fmla="*/ 201084 h 5265929"/>
              <a:gd name="connsiteX4" fmla="*/ 2072424 w 2407024"/>
              <a:gd name="connsiteY4" fmla="*/ 8130 h 5265929"/>
              <a:gd name="connsiteX5" fmla="*/ 2407024 w 2407024"/>
              <a:gd name="connsiteY5" fmla="*/ 342730 h 5265929"/>
              <a:gd name="connsiteX6" fmla="*/ 2407024 w 2407024"/>
              <a:gd name="connsiteY6" fmla="*/ 5013240 h 5265929"/>
              <a:gd name="connsiteX7" fmla="*/ 2154335 w 2407024"/>
              <a:gd name="connsiteY7" fmla="*/ 5265929 h 5265929"/>
              <a:gd name="connsiteX8" fmla="*/ 252689 w 2407024"/>
              <a:gd name="connsiteY8" fmla="*/ 5265929 h 5265929"/>
              <a:gd name="connsiteX9" fmla="*/ 0 w 2407024"/>
              <a:gd name="connsiteY9" fmla="*/ 5013240 h 5265929"/>
              <a:gd name="connsiteX10" fmla="*/ 0 w 2407024"/>
              <a:gd name="connsiteY10" fmla="*/ 342730 h 5265929"/>
              <a:gd name="connsiteX11" fmla="*/ 334600 w 2407024"/>
              <a:gd name="connsiteY11" fmla="*/ 8130 h 5265929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881806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0545 h 5278344"/>
              <a:gd name="connsiteX1" fmla="*/ 542862 w 2407024"/>
              <a:gd name="connsiteY1" fmla="*/ 17557 h 5278344"/>
              <a:gd name="connsiteX2" fmla="*/ 720662 w 2407024"/>
              <a:gd name="connsiteY2" fmla="*/ 201404 h 5278344"/>
              <a:gd name="connsiteX3" fmla="*/ 1809234 w 2407024"/>
              <a:gd name="connsiteY3" fmla="*/ 213499 h 5278344"/>
              <a:gd name="connsiteX4" fmla="*/ 1881806 w 2407024"/>
              <a:gd name="connsiteY4" fmla="*/ 32070 h 5278344"/>
              <a:gd name="connsiteX5" fmla="*/ 2072424 w 2407024"/>
              <a:gd name="connsiteY5" fmla="*/ 20545 h 5278344"/>
              <a:gd name="connsiteX6" fmla="*/ 2407024 w 2407024"/>
              <a:gd name="connsiteY6" fmla="*/ 355145 h 5278344"/>
              <a:gd name="connsiteX7" fmla="*/ 2407024 w 2407024"/>
              <a:gd name="connsiteY7" fmla="*/ 5025655 h 5278344"/>
              <a:gd name="connsiteX8" fmla="*/ 2154335 w 2407024"/>
              <a:gd name="connsiteY8" fmla="*/ 5278344 h 5278344"/>
              <a:gd name="connsiteX9" fmla="*/ 252689 w 2407024"/>
              <a:gd name="connsiteY9" fmla="*/ 5278344 h 5278344"/>
              <a:gd name="connsiteX10" fmla="*/ 0 w 2407024"/>
              <a:gd name="connsiteY10" fmla="*/ 5025655 h 5278344"/>
              <a:gd name="connsiteX11" fmla="*/ 0 w 2407024"/>
              <a:gd name="connsiteY11" fmla="*/ 355145 h 5278344"/>
              <a:gd name="connsiteX12" fmla="*/ 334600 w 2407024"/>
              <a:gd name="connsiteY12" fmla="*/ 20545 h 5278344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9234 w 2407024"/>
              <a:gd name="connsiteY3" fmla="*/ 195942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3158 w 2407024"/>
              <a:gd name="connsiteY3" fmla="*/ 214171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2017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24162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96731 w 2407024"/>
              <a:gd name="connsiteY5" fmla="*/ 15141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61714"/>
              <a:gd name="connsiteY0" fmla="*/ 2988 h 5260787"/>
              <a:gd name="connsiteX1" fmla="*/ 542862 w 2461714"/>
              <a:gd name="connsiteY1" fmla="*/ 0 h 5260787"/>
              <a:gd name="connsiteX2" fmla="*/ 720662 w 2461714"/>
              <a:gd name="connsiteY2" fmla="*/ 183847 h 5260787"/>
              <a:gd name="connsiteX3" fmla="*/ 1712008 w 2461714"/>
              <a:gd name="connsiteY3" fmla="*/ 195940 h 5260787"/>
              <a:gd name="connsiteX4" fmla="*/ 1881806 w 2461714"/>
              <a:gd name="connsiteY4" fmla="*/ 14513 h 5260787"/>
              <a:gd name="connsiteX5" fmla="*/ 2096731 w 2461714"/>
              <a:gd name="connsiteY5" fmla="*/ 15141 h 5260787"/>
              <a:gd name="connsiteX6" fmla="*/ 2461714 w 2461714"/>
              <a:gd name="connsiteY6" fmla="*/ 331512 h 5260787"/>
              <a:gd name="connsiteX7" fmla="*/ 2407024 w 2461714"/>
              <a:gd name="connsiteY7" fmla="*/ 5008098 h 5260787"/>
              <a:gd name="connsiteX8" fmla="*/ 2154335 w 2461714"/>
              <a:gd name="connsiteY8" fmla="*/ 5260787 h 5260787"/>
              <a:gd name="connsiteX9" fmla="*/ 252689 w 2461714"/>
              <a:gd name="connsiteY9" fmla="*/ 5260787 h 5260787"/>
              <a:gd name="connsiteX10" fmla="*/ 0 w 2461714"/>
              <a:gd name="connsiteY10" fmla="*/ 5008098 h 5260787"/>
              <a:gd name="connsiteX11" fmla="*/ 0 w 2461714"/>
              <a:gd name="connsiteY11" fmla="*/ 337588 h 5260787"/>
              <a:gd name="connsiteX12" fmla="*/ 334600 w 2461714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49560 w 2504250"/>
              <a:gd name="connsiteY7" fmla="*/ 5008098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67790 w 2504250"/>
              <a:gd name="connsiteY7" fmla="*/ 5032403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339780"/>
              <a:gd name="connsiteX1" fmla="*/ 585398 w 2504250"/>
              <a:gd name="connsiteY1" fmla="*/ 0 h 5339780"/>
              <a:gd name="connsiteX2" fmla="*/ 763198 w 2504250"/>
              <a:gd name="connsiteY2" fmla="*/ 183847 h 5339780"/>
              <a:gd name="connsiteX3" fmla="*/ 1754544 w 2504250"/>
              <a:gd name="connsiteY3" fmla="*/ 195940 h 5339780"/>
              <a:gd name="connsiteX4" fmla="*/ 1924342 w 2504250"/>
              <a:gd name="connsiteY4" fmla="*/ 14513 h 5339780"/>
              <a:gd name="connsiteX5" fmla="*/ 2139267 w 2504250"/>
              <a:gd name="connsiteY5" fmla="*/ 15141 h 5339780"/>
              <a:gd name="connsiteX6" fmla="*/ 2504250 w 2504250"/>
              <a:gd name="connsiteY6" fmla="*/ 331512 h 5339780"/>
              <a:gd name="connsiteX7" fmla="*/ 2467790 w 2504250"/>
              <a:gd name="connsiteY7" fmla="*/ 5032403 h 5339780"/>
              <a:gd name="connsiteX8" fmla="*/ 2196871 w 2504250"/>
              <a:gd name="connsiteY8" fmla="*/ 5339780 h 5339780"/>
              <a:gd name="connsiteX9" fmla="*/ 295225 w 2504250"/>
              <a:gd name="connsiteY9" fmla="*/ 5260787 h 5339780"/>
              <a:gd name="connsiteX10" fmla="*/ 0 w 2504250"/>
              <a:gd name="connsiteY10" fmla="*/ 5008098 h 5339780"/>
              <a:gd name="connsiteX11" fmla="*/ 42536 w 2504250"/>
              <a:gd name="connsiteY11" fmla="*/ 337588 h 5339780"/>
              <a:gd name="connsiteX12" fmla="*/ 377136 w 2504250"/>
              <a:gd name="connsiteY12" fmla="*/ 2988 h 5339780"/>
              <a:gd name="connsiteX0" fmla="*/ 377136 w 2504250"/>
              <a:gd name="connsiteY0" fmla="*/ 2988 h 5345856"/>
              <a:gd name="connsiteX1" fmla="*/ 585398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4846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36314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6043"/>
              <a:gd name="connsiteX1" fmla="*/ 615781 w 2504250"/>
              <a:gd name="connsiteY1" fmla="*/ 0 h 5346043"/>
              <a:gd name="connsiteX2" fmla="*/ 732815 w 2504250"/>
              <a:gd name="connsiteY2" fmla="*/ 183847 h 5346043"/>
              <a:gd name="connsiteX3" fmla="*/ 1797081 w 2504250"/>
              <a:gd name="connsiteY3" fmla="*/ 189865 h 5346043"/>
              <a:gd name="connsiteX4" fmla="*/ 1924342 w 2504250"/>
              <a:gd name="connsiteY4" fmla="*/ 14513 h 5346043"/>
              <a:gd name="connsiteX5" fmla="*/ 2139267 w 2504250"/>
              <a:gd name="connsiteY5" fmla="*/ 15141 h 5346043"/>
              <a:gd name="connsiteX6" fmla="*/ 2504250 w 2504250"/>
              <a:gd name="connsiteY6" fmla="*/ 331512 h 5346043"/>
              <a:gd name="connsiteX7" fmla="*/ 2467790 w 2504250"/>
              <a:gd name="connsiteY7" fmla="*/ 5032403 h 5346043"/>
              <a:gd name="connsiteX8" fmla="*/ 2196871 w 2504250"/>
              <a:gd name="connsiteY8" fmla="*/ 5339780 h 5346043"/>
              <a:gd name="connsiteX9" fmla="*/ 307378 w 2504250"/>
              <a:gd name="connsiteY9" fmla="*/ 5345856 h 5346043"/>
              <a:gd name="connsiteX10" fmla="*/ 0 w 2504250"/>
              <a:gd name="connsiteY10" fmla="*/ 5008098 h 5346043"/>
              <a:gd name="connsiteX11" fmla="*/ 42536 w 2504250"/>
              <a:gd name="connsiteY11" fmla="*/ 337588 h 5346043"/>
              <a:gd name="connsiteX12" fmla="*/ 377136 w 2504250"/>
              <a:gd name="connsiteY12" fmla="*/ 2988 h 5346043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4250" h="5346138">
                <a:moveTo>
                  <a:pt x="377136" y="2988"/>
                </a:moveTo>
                <a:lnTo>
                  <a:pt x="615781" y="0"/>
                </a:lnTo>
                <a:cubicBezTo>
                  <a:pt x="609076" y="145653"/>
                  <a:pt x="623728" y="183349"/>
                  <a:pt x="732815" y="183847"/>
                </a:cubicBezTo>
                <a:lnTo>
                  <a:pt x="1797081" y="189865"/>
                </a:lnTo>
                <a:cubicBezTo>
                  <a:pt x="1934849" y="204177"/>
                  <a:pt x="1929090" y="40595"/>
                  <a:pt x="1924342" y="14513"/>
                </a:cubicBezTo>
                <a:cubicBezTo>
                  <a:pt x="2034905" y="12563"/>
                  <a:pt x="2068894" y="9906"/>
                  <a:pt x="2139267" y="15141"/>
                </a:cubicBezTo>
                <a:cubicBezTo>
                  <a:pt x="2324061" y="15141"/>
                  <a:pt x="2504250" y="146718"/>
                  <a:pt x="2504250" y="331512"/>
                </a:cubicBezTo>
                <a:lnTo>
                  <a:pt x="2467790" y="5032403"/>
                </a:lnTo>
                <a:cubicBezTo>
                  <a:pt x="2475048" y="5237273"/>
                  <a:pt x="2387227" y="5339780"/>
                  <a:pt x="2196871" y="5339780"/>
                </a:cubicBezTo>
                <a:lnTo>
                  <a:pt x="307378" y="5345856"/>
                </a:lnTo>
                <a:cubicBezTo>
                  <a:pt x="80736" y="5353114"/>
                  <a:pt x="7257" y="5220226"/>
                  <a:pt x="0" y="5008098"/>
                </a:cubicBezTo>
                <a:lnTo>
                  <a:pt x="42536" y="337588"/>
                </a:lnTo>
                <a:cubicBezTo>
                  <a:pt x="42536" y="152794"/>
                  <a:pt x="192342" y="2988"/>
                  <a:pt x="377136" y="2988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599" y="508240"/>
            <a:ext cx="3325238" cy="6361552"/>
          </a:xfrm>
          <a:prstGeom prst="rect">
            <a:avLst/>
          </a:prstGeom>
        </p:spPr>
      </p:pic>
      <p:sp>
        <p:nvSpPr>
          <p:cNvPr id="28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092170" y="965204"/>
            <a:ext cx="2504250" cy="5341253"/>
          </a:xfrm>
          <a:custGeom>
            <a:avLst/>
            <a:gdLst>
              <a:gd name="connsiteX0" fmla="*/ 334600 w 2407024"/>
              <a:gd name="connsiteY0" fmla="*/ 0 h 5257799"/>
              <a:gd name="connsiteX1" fmla="*/ 2072424 w 2407024"/>
              <a:gd name="connsiteY1" fmla="*/ 0 h 5257799"/>
              <a:gd name="connsiteX2" fmla="*/ 2407024 w 2407024"/>
              <a:gd name="connsiteY2" fmla="*/ 334600 h 5257799"/>
              <a:gd name="connsiteX3" fmla="*/ 2407024 w 2407024"/>
              <a:gd name="connsiteY3" fmla="*/ 5005110 h 5257799"/>
              <a:gd name="connsiteX4" fmla="*/ 2154335 w 2407024"/>
              <a:gd name="connsiteY4" fmla="*/ 5257799 h 5257799"/>
              <a:gd name="connsiteX5" fmla="*/ 252689 w 2407024"/>
              <a:gd name="connsiteY5" fmla="*/ 5257799 h 5257799"/>
              <a:gd name="connsiteX6" fmla="*/ 0 w 2407024"/>
              <a:gd name="connsiteY6" fmla="*/ 5005110 h 5257799"/>
              <a:gd name="connsiteX7" fmla="*/ 0 w 2407024"/>
              <a:gd name="connsiteY7" fmla="*/ 334600 h 5257799"/>
              <a:gd name="connsiteX8" fmla="*/ 334600 w 2407024"/>
              <a:gd name="connsiteY8" fmla="*/ 0 h 5257799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6208 h 5264007"/>
              <a:gd name="connsiteX1" fmla="*/ 542862 w 2407024"/>
              <a:gd name="connsiteY1" fmla="*/ 3220 h 5264007"/>
              <a:gd name="connsiteX2" fmla="*/ 914186 w 2407024"/>
              <a:gd name="connsiteY2" fmla="*/ 114496 h 5264007"/>
              <a:gd name="connsiteX3" fmla="*/ 2072424 w 2407024"/>
              <a:gd name="connsiteY3" fmla="*/ 6208 h 5264007"/>
              <a:gd name="connsiteX4" fmla="*/ 2407024 w 2407024"/>
              <a:gd name="connsiteY4" fmla="*/ 340808 h 5264007"/>
              <a:gd name="connsiteX5" fmla="*/ 2407024 w 2407024"/>
              <a:gd name="connsiteY5" fmla="*/ 5011318 h 5264007"/>
              <a:gd name="connsiteX6" fmla="*/ 2154335 w 2407024"/>
              <a:gd name="connsiteY6" fmla="*/ 5264007 h 5264007"/>
              <a:gd name="connsiteX7" fmla="*/ 252689 w 2407024"/>
              <a:gd name="connsiteY7" fmla="*/ 5264007 h 5264007"/>
              <a:gd name="connsiteX8" fmla="*/ 0 w 2407024"/>
              <a:gd name="connsiteY8" fmla="*/ 5011318 h 5264007"/>
              <a:gd name="connsiteX9" fmla="*/ 0 w 2407024"/>
              <a:gd name="connsiteY9" fmla="*/ 340808 h 5264007"/>
              <a:gd name="connsiteX10" fmla="*/ 334600 w 2407024"/>
              <a:gd name="connsiteY10" fmla="*/ 6208 h 5264007"/>
              <a:gd name="connsiteX0" fmla="*/ 334600 w 2407024"/>
              <a:gd name="connsiteY0" fmla="*/ 4367 h 5262166"/>
              <a:gd name="connsiteX1" fmla="*/ 542862 w 2407024"/>
              <a:gd name="connsiteY1" fmla="*/ 1379 h 5262166"/>
              <a:gd name="connsiteX2" fmla="*/ 720662 w 2407024"/>
              <a:gd name="connsiteY2" fmla="*/ 185226 h 5262166"/>
              <a:gd name="connsiteX3" fmla="*/ 2072424 w 2407024"/>
              <a:gd name="connsiteY3" fmla="*/ 4367 h 5262166"/>
              <a:gd name="connsiteX4" fmla="*/ 2407024 w 2407024"/>
              <a:gd name="connsiteY4" fmla="*/ 338967 h 5262166"/>
              <a:gd name="connsiteX5" fmla="*/ 2407024 w 2407024"/>
              <a:gd name="connsiteY5" fmla="*/ 5009477 h 5262166"/>
              <a:gd name="connsiteX6" fmla="*/ 2154335 w 2407024"/>
              <a:gd name="connsiteY6" fmla="*/ 5262166 h 5262166"/>
              <a:gd name="connsiteX7" fmla="*/ 252689 w 2407024"/>
              <a:gd name="connsiteY7" fmla="*/ 5262166 h 5262166"/>
              <a:gd name="connsiteX8" fmla="*/ 0 w 2407024"/>
              <a:gd name="connsiteY8" fmla="*/ 5009477 h 5262166"/>
              <a:gd name="connsiteX9" fmla="*/ 0 w 2407024"/>
              <a:gd name="connsiteY9" fmla="*/ 338967 h 5262166"/>
              <a:gd name="connsiteX10" fmla="*/ 334600 w 2407024"/>
              <a:gd name="connsiteY10" fmla="*/ 4367 h 5262166"/>
              <a:gd name="connsiteX0" fmla="*/ 334600 w 2407024"/>
              <a:gd name="connsiteY0" fmla="*/ 15601 h 5273400"/>
              <a:gd name="connsiteX1" fmla="*/ 542862 w 2407024"/>
              <a:gd name="connsiteY1" fmla="*/ 12613 h 5273400"/>
              <a:gd name="connsiteX2" fmla="*/ 720662 w 2407024"/>
              <a:gd name="connsiteY2" fmla="*/ 196460 h 5273400"/>
              <a:gd name="connsiteX3" fmla="*/ 1470567 w 2407024"/>
              <a:gd name="connsiteY3" fmla="*/ 69460 h 5273400"/>
              <a:gd name="connsiteX4" fmla="*/ 2072424 w 2407024"/>
              <a:gd name="connsiteY4" fmla="*/ 15601 h 5273400"/>
              <a:gd name="connsiteX5" fmla="*/ 2407024 w 2407024"/>
              <a:gd name="connsiteY5" fmla="*/ 350201 h 5273400"/>
              <a:gd name="connsiteX6" fmla="*/ 2407024 w 2407024"/>
              <a:gd name="connsiteY6" fmla="*/ 5020711 h 5273400"/>
              <a:gd name="connsiteX7" fmla="*/ 2154335 w 2407024"/>
              <a:gd name="connsiteY7" fmla="*/ 5273400 h 5273400"/>
              <a:gd name="connsiteX8" fmla="*/ 252689 w 2407024"/>
              <a:gd name="connsiteY8" fmla="*/ 5273400 h 5273400"/>
              <a:gd name="connsiteX9" fmla="*/ 0 w 2407024"/>
              <a:gd name="connsiteY9" fmla="*/ 5020711 h 5273400"/>
              <a:gd name="connsiteX10" fmla="*/ 0 w 2407024"/>
              <a:gd name="connsiteY10" fmla="*/ 350201 h 5273400"/>
              <a:gd name="connsiteX11" fmla="*/ 334600 w 2407024"/>
              <a:gd name="connsiteY11" fmla="*/ 15601 h 5273400"/>
              <a:gd name="connsiteX0" fmla="*/ 334600 w 2407024"/>
              <a:gd name="connsiteY0" fmla="*/ 6782 h 5264581"/>
              <a:gd name="connsiteX1" fmla="*/ 542862 w 2407024"/>
              <a:gd name="connsiteY1" fmla="*/ 3794 h 5264581"/>
              <a:gd name="connsiteX2" fmla="*/ 720662 w 2407024"/>
              <a:gd name="connsiteY2" fmla="*/ 187641 h 5264581"/>
              <a:gd name="connsiteX3" fmla="*/ 1809234 w 2407024"/>
              <a:gd name="connsiteY3" fmla="*/ 199736 h 5264581"/>
              <a:gd name="connsiteX4" fmla="*/ 2072424 w 2407024"/>
              <a:gd name="connsiteY4" fmla="*/ 6782 h 5264581"/>
              <a:gd name="connsiteX5" fmla="*/ 2407024 w 2407024"/>
              <a:gd name="connsiteY5" fmla="*/ 341382 h 5264581"/>
              <a:gd name="connsiteX6" fmla="*/ 2407024 w 2407024"/>
              <a:gd name="connsiteY6" fmla="*/ 5011892 h 5264581"/>
              <a:gd name="connsiteX7" fmla="*/ 2154335 w 2407024"/>
              <a:gd name="connsiteY7" fmla="*/ 5264581 h 5264581"/>
              <a:gd name="connsiteX8" fmla="*/ 252689 w 2407024"/>
              <a:gd name="connsiteY8" fmla="*/ 5264581 h 5264581"/>
              <a:gd name="connsiteX9" fmla="*/ 0 w 2407024"/>
              <a:gd name="connsiteY9" fmla="*/ 5011892 h 5264581"/>
              <a:gd name="connsiteX10" fmla="*/ 0 w 2407024"/>
              <a:gd name="connsiteY10" fmla="*/ 341382 h 5264581"/>
              <a:gd name="connsiteX11" fmla="*/ 334600 w 2407024"/>
              <a:gd name="connsiteY11" fmla="*/ 6782 h 5264581"/>
              <a:gd name="connsiteX0" fmla="*/ 334600 w 2407024"/>
              <a:gd name="connsiteY0" fmla="*/ 8130 h 5265929"/>
              <a:gd name="connsiteX1" fmla="*/ 542862 w 2407024"/>
              <a:gd name="connsiteY1" fmla="*/ 5142 h 5265929"/>
              <a:gd name="connsiteX2" fmla="*/ 720662 w 2407024"/>
              <a:gd name="connsiteY2" fmla="*/ 188989 h 5265929"/>
              <a:gd name="connsiteX3" fmla="*/ 1809234 w 2407024"/>
              <a:gd name="connsiteY3" fmla="*/ 201084 h 5265929"/>
              <a:gd name="connsiteX4" fmla="*/ 2072424 w 2407024"/>
              <a:gd name="connsiteY4" fmla="*/ 8130 h 5265929"/>
              <a:gd name="connsiteX5" fmla="*/ 2407024 w 2407024"/>
              <a:gd name="connsiteY5" fmla="*/ 342730 h 5265929"/>
              <a:gd name="connsiteX6" fmla="*/ 2407024 w 2407024"/>
              <a:gd name="connsiteY6" fmla="*/ 5013240 h 5265929"/>
              <a:gd name="connsiteX7" fmla="*/ 2154335 w 2407024"/>
              <a:gd name="connsiteY7" fmla="*/ 5265929 h 5265929"/>
              <a:gd name="connsiteX8" fmla="*/ 252689 w 2407024"/>
              <a:gd name="connsiteY8" fmla="*/ 5265929 h 5265929"/>
              <a:gd name="connsiteX9" fmla="*/ 0 w 2407024"/>
              <a:gd name="connsiteY9" fmla="*/ 5013240 h 5265929"/>
              <a:gd name="connsiteX10" fmla="*/ 0 w 2407024"/>
              <a:gd name="connsiteY10" fmla="*/ 342730 h 5265929"/>
              <a:gd name="connsiteX11" fmla="*/ 334600 w 2407024"/>
              <a:gd name="connsiteY11" fmla="*/ 8130 h 5265929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881806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0545 h 5278344"/>
              <a:gd name="connsiteX1" fmla="*/ 542862 w 2407024"/>
              <a:gd name="connsiteY1" fmla="*/ 17557 h 5278344"/>
              <a:gd name="connsiteX2" fmla="*/ 720662 w 2407024"/>
              <a:gd name="connsiteY2" fmla="*/ 201404 h 5278344"/>
              <a:gd name="connsiteX3" fmla="*/ 1809234 w 2407024"/>
              <a:gd name="connsiteY3" fmla="*/ 213499 h 5278344"/>
              <a:gd name="connsiteX4" fmla="*/ 1881806 w 2407024"/>
              <a:gd name="connsiteY4" fmla="*/ 32070 h 5278344"/>
              <a:gd name="connsiteX5" fmla="*/ 2072424 w 2407024"/>
              <a:gd name="connsiteY5" fmla="*/ 20545 h 5278344"/>
              <a:gd name="connsiteX6" fmla="*/ 2407024 w 2407024"/>
              <a:gd name="connsiteY6" fmla="*/ 355145 h 5278344"/>
              <a:gd name="connsiteX7" fmla="*/ 2407024 w 2407024"/>
              <a:gd name="connsiteY7" fmla="*/ 5025655 h 5278344"/>
              <a:gd name="connsiteX8" fmla="*/ 2154335 w 2407024"/>
              <a:gd name="connsiteY8" fmla="*/ 5278344 h 5278344"/>
              <a:gd name="connsiteX9" fmla="*/ 252689 w 2407024"/>
              <a:gd name="connsiteY9" fmla="*/ 5278344 h 5278344"/>
              <a:gd name="connsiteX10" fmla="*/ 0 w 2407024"/>
              <a:gd name="connsiteY10" fmla="*/ 5025655 h 5278344"/>
              <a:gd name="connsiteX11" fmla="*/ 0 w 2407024"/>
              <a:gd name="connsiteY11" fmla="*/ 355145 h 5278344"/>
              <a:gd name="connsiteX12" fmla="*/ 334600 w 2407024"/>
              <a:gd name="connsiteY12" fmla="*/ 20545 h 5278344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9234 w 2407024"/>
              <a:gd name="connsiteY3" fmla="*/ 195942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3158 w 2407024"/>
              <a:gd name="connsiteY3" fmla="*/ 214171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2017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24162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96731 w 2407024"/>
              <a:gd name="connsiteY5" fmla="*/ 15141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61714"/>
              <a:gd name="connsiteY0" fmla="*/ 2988 h 5260787"/>
              <a:gd name="connsiteX1" fmla="*/ 542862 w 2461714"/>
              <a:gd name="connsiteY1" fmla="*/ 0 h 5260787"/>
              <a:gd name="connsiteX2" fmla="*/ 720662 w 2461714"/>
              <a:gd name="connsiteY2" fmla="*/ 183847 h 5260787"/>
              <a:gd name="connsiteX3" fmla="*/ 1712008 w 2461714"/>
              <a:gd name="connsiteY3" fmla="*/ 195940 h 5260787"/>
              <a:gd name="connsiteX4" fmla="*/ 1881806 w 2461714"/>
              <a:gd name="connsiteY4" fmla="*/ 14513 h 5260787"/>
              <a:gd name="connsiteX5" fmla="*/ 2096731 w 2461714"/>
              <a:gd name="connsiteY5" fmla="*/ 15141 h 5260787"/>
              <a:gd name="connsiteX6" fmla="*/ 2461714 w 2461714"/>
              <a:gd name="connsiteY6" fmla="*/ 331512 h 5260787"/>
              <a:gd name="connsiteX7" fmla="*/ 2407024 w 2461714"/>
              <a:gd name="connsiteY7" fmla="*/ 5008098 h 5260787"/>
              <a:gd name="connsiteX8" fmla="*/ 2154335 w 2461714"/>
              <a:gd name="connsiteY8" fmla="*/ 5260787 h 5260787"/>
              <a:gd name="connsiteX9" fmla="*/ 252689 w 2461714"/>
              <a:gd name="connsiteY9" fmla="*/ 5260787 h 5260787"/>
              <a:gd name="connsiteX10" fmla="*/ 0 w 2461714"/>
              <a:gd name="connsiteY10" fmla="*/ 5008098 h 5260787"/>
              <a:gd name="connsiteX11" fmla="*/ 0 w 2461714"/>
              <a:gd name="connsiteY11" fmla="*/ 337588 h 5260787"/>
              <a:gd name="connsiteX12" fmla="*/ 334600 w 2461714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49560 w 2504250"/>
              <a:gd name="connsiteY7" fmla="*/ 5008098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67790 w 2504250"/>
              <a:gd name="connsiteY7" fmla="*/ 5032403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339780"/>
              <a:gd name="connsiteX1" fmla="*/ 585398 w 2504250"/>
              <a:gd name="connsiteY1" fmla="*/ 0 h 5339780"/>
              <a:gd name="connsiteX2" fmla="*/ 763198 w 2504250"/>
              <a:gd name="connsiteY2" fmla="*/ 183847 h 5339780"/>
              <a:gd name="connsiteX3" fmla="*/ 1754544 w 2504250"/>
              <a:gd name="connsiteY3" fmla="*/ 195940 h 5339780"/>
              <a:gd name="connsiteX4" fmla="*/ 1924342 w 2504250"/>
              <a:gd name="connsiteY4" fmla="*/ 14513 h 5339780"/>
              <a:gd name="connsiteX5" fmla="*/ 2139267 w 2504250"/>
              <a:gd name="connsiteY5" fmla="*/ 15141 h 5339780"/>
              <a:gd name="connsiteX6" fmla="*/ 2504250 w 2504250"/>
              <a:gd name="connsiteY6" fmla="*/ 331512 h 5339780"/>
              <a:gd name="connsiteX7" fmla="*/ 2467790 w 2504250"/>
              <a:gd name="connsiteY7" fmla="*/ 5032403 h 5339780"/>
              <a:gd name="connsiteX8" fmla="*/ 2196871 w 2504250"/>
              <a:gd name="connsiteY8" fmla="*/ 5339780 h 5339780"/>
              <a:gd name="connsiteX9" fmla="*/ 295225 w 2504250"/>
              <a:gd name="connsiteY9" fmla="*/ 5260787 h 5339780"/>
              <a:gd name="connsiteX10" fmla="*/ 0 w 2504250"/>
              <a:gd name="connsiteY10" fmla="*/ 5008098 h 5339780"/>
              <a:gd name="connsiteX11" fmla="*/ 42536 w 2504250"/>
              <a:gd name="connsiteY11" fmla="*/ 337588 h 5339780"/>
              <a:gd name="connsiteX12" fmla="*/ 377136 w 2504250"/>
              <a:gd name="connsiteY12" fmla="*/ 2988 h 5339780"/>
              <a:gd name="connsiteX0" fmla="*/ 377136 w 2504250"/>
              <a:gd name="connsiteY0" fmla="*/ 2988 h 5345856"/>
              <a:gd name="connsiteX1" fmla="*/ 585398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4846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36314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6043"/>
              <a:gd name="connsiteX1" fmla="*/ 615781 w 2504250"/>
              <a:gd name="connsiteY1" fmla="*/ 0 h 5346043"/>
              <a:gd name="connsiteX2" fmla="*/ 732815 w 2504250"/>
              <a:gd name="connsiteY2" fmla="*/ 183847 h 5346043"/>
              <a:gd name="connsiteX3" fmla="*/ 1797081 w 2504250"/>
              <a:gd name="connsiteY3" fmla="*/ 189865 h 5346043"/>
              <a:gd name="connsiteX4" fmla="*/ 1924342 w 2504250"/>
              <a:gd name="connsiteY4" fmla="*/ 14513 h 5346043"/>
              <a:gd name="connsiteX5" fmla="*/ 2139267 w 2504250"/>
              <a:gd name="connsiteY5" fmla="*/ 15141 h 5346043"/>
              <a:gd name="connsiteX6" fmla="*/ 2504250 w 2504250"/>
              <a:gd name="connsiteY6" fmla="*/ 331512 h 5346043"/>
              <a:gd name="connsiteX7" fmla="*/ 2467790 w 2504250"/>
              <a:gd name="connsiteY7" fmla="*/ 5032403 h 5346043"/>
              <a:gd name="connsiteX8" fmla="*/ 2196871 w 2504250"/>
              <a:gd name="connsiteY8" fmla="*/ 5339780 h 5346043"/>
              <a:gd name="connsiteX9" fmla="*/ 307378 w 2504250"/>
              <a:gd name="connsiteY9" fmla="*/ 5345856 h 5346043"/>
              <a:gd name="connsiteX10" fmla="*/ 0 w 2504250"/>
              <a:gd name="connsiteY10" fmla="*/ 5008098 h 5346043"/>
              <a:gd name="connsiteX11" fmla="*/ 42536 w 2504250"/>
              <a:gd name="connsiteY11" fmla="*/ 337588 h 5346043"/>
              <a:gd name="connsiteX12" fmla="*/ 377136 w 2504250"/>
              <a:gd name="connsiteY12" fmla="*/ 2988 h 5346043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4250" h="5346138">
                <a:moveTo>
                  <a:pt x="377136" y="2988"/>
                </a:moveTo>
                <a:lnTo>
                  <a:pt x="615781" y="0"/>
                </a:lnTo>
                <a:cubicBezTo>
                  <a:pt x="609076" y="145653"/>
                  <a:pt x="623728" y="183349"/>
                  <a:pt x="732815" y="183847"/>
                </a:cubicBezTo>
                <a:lnTo>
                  <a:pt x="1797081" y="189865"/>
                </a:lnTo>
                <a:cubicBezTo>
                  <a:pt x="1934849" y="204177"/>
                  <a:pt x="1929090" y="40595"/>
                  <a:pt x="1924342" y="14513"/>
                </a:cubicBezTo>
                <a:cubicBezTo>
                  <a:pt x="2034905" y="12563"/>
                  <a:pt x="2068894" y="9906"/>
                  <a:pt x="2139267" y="15141"/>
                </a:cubicBezTo>
                <a:cubicBezTo>
                  <a:pt x="2324061" y="15141"/>
                  <a:pt x="2504250" y="146718"/>
                  <a:pt x="2504250" y="331512"/>
                </a:cubicBezTo>
                <a:lnTo>
                  <a:pt x="2467790" y="5032403"/>
                </a:lnTo>
                <a:cubicBezTo>
                  <a:pt x="2475048" y="5237273"/>
                  <a:pt x="2387227" y="5339780"/>
                  <a:pt x="2196871" y="5339780"/>
                </a:cubicBezTo>
                <a:lnTo>
                  <a:pt x="307378" y="5345856"/>
                </a:lnTo>
                <a:cubicBezTo>
                  <a:pt x="80736" y="5353114"/>
                  <a:pt x="7257" y="5220226"/>
                  <a:pt x="0" y="5008098"/>
                </a:cubicBezTo>
                <a:lnTo>
                  <a:pt x="42536" y="337588"/>
                </a:lnTo>
                <a:cubicBezTo>
                  <a:pt x="42536" y="152794"/>
                  <a:pt x="192342" y="2988"/>
                  <a:pt x="377136" y="2988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02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0311" y="-25401"/>
            <a:ext cx="12282311" cy="69088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0839" y="252657"/>
            <a:ext cx="914400" cy="314771"/>
          </a:xfrm>
          <a:prstGeom prst="rect">
            <a:avLst/>
          </a:prstGeom>
        </p:spPr>
      </p:pic>
      <p:sp>
        <p:nvSpPr>
          <p:cNvPr id="8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8686800" y="3429000"/>
            <a:ext cx="2971800" cy="2971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 i="0">
                <a:solidFill>
                  <a:schemeClr val="bg2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0" indent="0">
              <a:lnSpc>
                <a:spcPct val="110000"/>
              </a:lnSpc>
              <a:buFontTx/>
              <a:buNone/>
              <a:defRPr sz="1600" b="0" i="0" baseline="0">
                <a:solidFill>
                  <a:schemeClr val="bg2"/>
                </a:solidFill>
                <a:latin typeface="Sofia Pro Medium" pitchFamily="2" charset="77"/>
                <a:ea typeface="Sofia Pro Medium" pitchFamily="2" charset="77"/>
                <a:cs typeface="Sofia Pro Medium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chemeClr val="bg1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sz="1600" b="0" i="0">
                <a:solidFill>
                  <a:schemeClr val="bg1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sz="1600" b="0" i="0">
                <a:solidFill>
                  <a:schemeClr val="bg1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Callout</a:t>
            </a:r>
          </a:p>
          <a:p>
            <a:pPr lvl="1"/>
            <a:r>
              <a:rPr lang="en-US" dirty="0"/>
              <a:t>Callout Body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685800"/>
            <a:ext cx="4114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8533-65C7-DC46-AA88-BA594DBDE7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200150"/>
            <a:ext cx="4114800" cy="4903788"/>
          </a:xfrm>
        </p:spPr>
        <p:txBody>
          <a:bodyPr/>
          <a:lstStyle>
            <a:lvl2pPr>
              <a:defRPr>
                <a:solidFill>
                  <a:srgbClr val="FF8F1C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49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Headshots">
    <p:bg>
      <p:bgPr>
        <a:gradFill flip="none" rotWithShape="1">
          <a:gsLst>
            <a:gs pos="100000">
              <a:srgbClr val="FF8F1C"/>
            </a:gs>
            <a:gs pos="7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2"/>
            <a:ext cx="12192001" cy="6858001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914399" y="1085170"/>
            <a:ext cx="91440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399" y="1661242"/>
            <a:ext cx="9144000" cy="5061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 b="0" i="0">
                <a:solidFill>
                  <a:srgbClr val="898A8D"/>
                </a:solidFill>
                <a:latin typeface="Sofia Pro Medium" pitchFamily="2" charset="77"/>
                <a:ea typeface="Sofia Pro Medium" pitchFamily="2" charset="77"/>
                <a:cs typeface="Sofia Pro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5677" y="2373222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843558" y="2373222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721439" y="2373222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599320" y="2373222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8477202" y="2373222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965677" y="4487265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843558" y="4487265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721439" y="4487265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599320" y="4487265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477202" y="4487265"/>
            <a:ext cx="1306878" cy="1307655"/>
          </a:xfrm>
          <a:prstGeom prst="ellipse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rgbClr val="262F38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E77A1-FF9C-B748-AF7B-8A429992B7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16" y="3818037"/>
            <a:ext cx="1600200" cy="457200"/>
          </a:xfrm>
          <a:prstGeom prst="rect">
            <a:avLst/>
          </a:prstGeom>
        </p:spPr>
        <p:txBody>
          <a:bodyPr/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>
              <a:defRPr sz="1600" b="0" i="0">
                <a:latin typeface="Sofia Pro Medium" pitchFamily="2" charset="77"/>
              </a:defRPr>
            </a:lvl3pPr>
            <a:lvl4pPr>
              <a:defRPr sz="1600" b="0" i="0">
                <a:latin typeface="Sofia Pro Medium" pitchFamily="2" charset="77"/>
              </a:defRPr>
            </a:lvl4pPr>
            <a:lvl5pPr>
              <a:defRPr sz="1600" b="0" i="0">
                <a:latin typeface="Sofia Pro Medium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6E6CAB-B359-CD4F-9E1B-88956FE378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96897" y="3818037"/>
            <a:ext cx="1600200" cy="457200"/>
          </a:xfrm>
          <a:prstGeom prst="rect">
            <a:avLst/>
          </a:prstGeom>
        </p:spPr>
        <p:txBody>
          <a:bodyPr/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>
              <a:defRPr sz="1000" b="0" i="0">
                <a:latin typeface="Sofia Pro Medium" pitchFamily="2" charset="77"/>
              </a:defRPr>
            </a:lvl3pPr>
            <a:lvl4pPr>
              <a:defRPr sz="1000" b="0" i="0">
                <a:latin typeface="Sofia Pro Medium" pitchFamily="2" charset="77"/>
              </a:defRPr>
            </a:lvl4pPr>
            <a:lvl5pPr>
              <a:defRPr sz="1000" b="0" i="0">
                <a:latin typeface="Sofia Pro Medium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4C45B0-EAD6-834B-A5E6-3C0A36A164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4778" y="3818037"/>
            <a:ext cx="1600200" cy="457391"/>
          </a:xfrm>
          <a:prstGeom prst="rect">
            <a:avLst/>
          </a:prstGeom>
        </p:spPr>
        <p:txBody>
          <a:bodyPr/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A0306EB-10BA-F74A-9F2C-680A6B2E4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2659" y="3818228"/>
            <a:ext cx="16002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400" b="1" i="0">
                <a:solidFill>
                  <a:schemeClr val="accent1"/>
                </a:solidFill>
                <a:latin typeface="Sofia Pro Black" pitchFamily="2" charset="77"/>
              </a:defRPr>
            </a:lvl3pPr>
            <a:lvl4pPr>
              <a:defRPr sz="1400" b="1" i="0">
                <a:latin typeface="Sofia Pro Black" pitchFamily="2" charset="77"/>
              </a:defRPr>
            </a:lvl4pPr>
            <a:lvl5pPr>
              <a:defRPr sz="1400" b="1" i="0">
                <a:latin typeface="Sofia Pro Black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  <a:p>
            <a:pPr lvl="2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CEE4F41-7834-E443-9BF2-125A3CAEFB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0541" y="3818228"/>
            <a:ext cx="16002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400" b="1" i="0">
                <a:solidFill>
                  <a:schemeClr val="accent1"/>
                </a:solidFill>
                <a:latin typeface="Sofia Pro Black" pitchFamily="2" charset="77"/>
              </a:defRPr>
            </a:lvl3pPr>
            <a:lvl4pPr>
              <a:defRPr sz="1400" b="1" i="0">
                <a:latin typeface="Sofia Pro Black" pitchFamily="2" charset="77"/>
              </a:defRPr>
            </a:lvl4pPr>
            <a:lvl5pPr>
              <a:defRPr sz="1400" b="1" i="0">
                <a:latin typeface="Sofia Pro Black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  <a:p>
            <a:pPr lvl="2"/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DB8B7EC-389F-F040-B28E-3512BC1681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9150" y="5985165"/>
            <a:ext cx="16002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000" b="0" i="0">
                <a:solidFill>
                  <a:schemeClr val="accent3"/>
                </a:solidFill>
                <a:latin typeface="Sofia Pro Medium" pitchFamily="2" charset="77"/>
              </a:defRPr>
            </a:lvl3pPr>
            <a:lvl4pPr algn="ctr">
              <a:defRPr sz="1000" b="0" i="0">
                <a:solidFill>
                  <a:schemeClr val="accent3"/>
                </a:solidFill>
                <a:latin typeface="Sofia Pro Medium" pitchFamily="2" charset="77"/>
              </a:defRPr>
            </a:lvl4pPr>
            <a:lvl5pPr algn="ctr">
              <a:defRPr sz="1000" b="0" i="0">
                <a:solidFill>
                  <a:schemeClr val="accent3"/>
                </a:solidFill>
                <a:latin typeface="Sofia Pro Medium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08140ED-5D7A-244B-99DB-00E8CC575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97163" y="5985165"/>
            <a:ext cx="16002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400" b="1" i="0">
                <a:solidFill>
                  <a:schemeClr val="accent1"/>
                </a:solidFill>
                <a:latin typeface="Sofia Pro Black" pitchFamily="2" charset="77"/>
              </a:defRPr>
            </a:lvl3pPr>
            <a:lvl4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4pPr>
            <a:lvl5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  <a:p>
            <a:pPr lvl="2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0E41AB0-9A99-3340-A609-6FAE7057C3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5175" y="5985165"/>
            <a:ext cx="16002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400" b="1" i="0">
                <a:solidFill>
                  <a:schemeClr val="accent1"/>
                </a:solidFill>
                <a:latin typeface="Sofia Pro Black" pitchFamily="2" charset="77"/>
              </a:defRPr>
            </a:lvl3pPr>
            <a:lvl4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4pPr>
            <a:lvl5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  <a:p>
            <a:pPr lvl="2"/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AB68C6B-6503-2740-BF51-BE0DC75D4E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51600" y="5985165"/>
            <a:ext cx="1601788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3pPr>
            <a:lvl4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4pPr>
            <a:lvl5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E6E66DE-54F2-E24A-AB35-B1CFCF1BC8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1200" y="5985165"/>
            <a:ext cx="1600200" cy="4572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Aft>
                <a:spcPts val="300"/>
              </a:spcAft>
              <a:defRPr sz="1400" b="1" i="0">
                <a:solidFill>
                  <a:srgbClr val="FD2024"/>
                </a:solidFill>
                <a:latin typeface="Sofia Pro Black" pitchFamily="2" charset="77"/>
              </a:defRPr>
            </a:lvl1pPr>
            <a:lvl2pPr algn="ctr">
              <a:spcBef>
                <a:spcPts val="0"/>
              </a:spcBef>
              <a:defRPr sz="1000" b="1" i="0">
                <a:solidFill>
                  <a:schemeClr val="accent3"/>
                </a:solidFill>
                <a:latin typeface="Sofia Pro Medium" pitchFamily="2" charset="77"/>
              </a:defRPr>
            </a:lvl2pPr>
            <a:lvl3pPr algn="ctr">
              <a:defRPr sz="1400" b="1" i="0">
                <a:solidFill>
                  <a:schemeClr val="accent1"/>
                </a:solidFill>
                <a:latin typeface="Sofia Pro Black" pitchFamily="2" charset="77"/>
              </a:defRPr>
            </a:lvl3pPr>
            <a:lvl4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4pPr>
            <a:lvl5pPr algn="ctr">
              <a:defRPr sz="1400" b="0" i="0">
                <a:solidFill>
                  <a:schemeClr val="accent1"/>
                </a:solidFill>
                <a:latin typeface="Sofia Pro Black" pitchFamily="2" charset="77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Title/Position</a:t>
            </a:r>
          </a:p>
          <a:p>
            <a:pPr lvl="2"/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D701C4F-CC27-2344-9A64-A7AB6B95D1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4400" y="685800"/>
            <a:ext cx="4114800" cy="3474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i="0">
                <a:solidFill>
                  <a:srgbClr val="FD2024"/>
                </a:solidFill>
                <a:latin typeface="Sofia Pro Black" pitchFamily="2" charset="77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5166848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ntent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904999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1719072"/>
            <a:ext cx="8904999" cy="5061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 b="0" i="0" baseline="0">
                <a:solidFill>
                  <a:srgbClr val="898A8D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685800"/>
            <a:ext cx="8904999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28F0E9-0FC7-8540-AEB2-5360394E11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600325"/>
            <a:ext cx="9001125" cy="3678238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2pPr>
              <a:defRPr>
                <a:solidFill>
                  <a:srgbClr val="262F38"/>
                </a:solidFill>
              </a:defRPr>
            </a:lvl2pPr>
            <a:lvl3pPr>
              <a:buClr>
                <a:srgbClr val="E90013"/>
              </a:buClr>
              <a:defRPr>
                <a:solidFill>
                  <a:srgbClr val="262F38"/>
                </a:solidFill>
              </a:defRPr>
            </a:lvl3pPr>
            <a:lvl4pPr>
              <a:buClr>
                <a:srgbClr val="E90013"/>
              </a:buClr>
              <a:defRPr>
                <a:solidFill>
                  <a:srgbClr val="262F38"/>
                </a:solidFill>
              </a:defRPr>
            </a:lvl4pPr>
            <a:lvl5pPr marL="914400">
              <a:buClr>
                <a:srgbClr val="FD2024"/>
              </a:buClr>
              <a:defRPr>
                <a:solidFill>
                  <a:srgbClr val="262F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96233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904999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1719072"/>
            <a:ext cx="8904999" cy="5061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 b="0" i="0" baseline="0">
                <a:solidFill>
                  <a:srgbClr val="898A8D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685800"/>
            <a:ext cx="8904999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2514600"/>
            <a:ext cx="8890001" cy="3870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rgbClr val="76777A"/>
                </a:solidFill>
                <a:latin typeface="Sofia Pro Medium"/>
                <a:cs typeface="Sofia Pro Medium"/>
              </a:defRPr>
            </a:lvl1pPr>
          </a:lstStyle>
          <a:p>
            <a:r>
              <a:rPr lang="en-US" dirty="0"/>
              <a:t>Click the icon to add a table and select how many rows and columns your table requires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578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904999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1719072"/>
            <a:ext cx="8904999" cy="5061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 b="0" i="0" baseline="0">
                <a:solidFill>
                  <a:srgbClr val="898A8D"/>
                </a:solidFill>
                <a:latin typeface="Sofia Pro Medium" charset="0"/>
                <a:ea typeface="Sofia Pro Medium" charset="0"/>
                <a:cs typeface="Sofia Pro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685800"/>
            <a:ext cx="8904999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FD2024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 hasCustomPrompt="1"/>
          </p:nvPr>
        </p:nvSpPr>
        <p:spPr>
          <a:xfrm>
            <a:off x="914400" y="2514600"/>
            <a:ext cx="8899525" cy="3819525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rgbClr val="76777A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Pro Medium"/>
                <a:ea typeface="+mn-ea"/>
                <a:cs typeface="Sofia Pro Medium"/>
              </a:rPr>
              <a:t>Click the icon to add a chart.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308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eader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0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89FB1-B18D-9D48-96CC-2C380A67A7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054225"/>
            <a:ext cx="8686800" cy="41148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3pPr>
              <a:buClr>
                <a:srgbClr val="FD2024"/>
              </a:buClr>
              <a:defRPr/>
            </a:lvl3pPr>
            <a:lvl4pPr>
              <a:buClr>
                <a:srgbClr val="FD2024"/>
              </a:buClr>
              <a:defRPr/>
            </a:lvl4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Body</a:t>
            </a:r>
          </a:p>
          <a:p>
            <a:pPr lvl="2"/>
            <a:r>
              <a:rPr lang="en-US" dirty="0"/>
              <a:t>Bullet</a:t>
            </a:r>
          </a:p>
          <a:p>
            <a:pPr lvl="3"/>
            <a:r>
              <a:rPr lang="en-US" dirty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019909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Header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D6BA3-DBBA-9B4D-B6C6-1810370380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2060367"/>
            <a:ext cx="4114800" cy="43434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3pPr>
              <a:buClr>
                <a:srgbClr val="FD2024"/>
              </a:buClr>
              <a:defRPr/>
            </a:lvl3pPr>
            <a:lvl4pPr>
              <a:buClr>
                <a:srgbClr val="FD2024"/>
              </a:buClr>
              <a:defRPr/>
            </a:lvl4pPr>
            <a:lvl5pPr>
              <a:buClr>
                <a:srgbClr val="FD2024"/>
              </a:buClr>
              <a:defRPr/>
            </a:lvl5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Body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65D8DD-D926-F741-BA7B-62E77DC13D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2057400"/>
            <a:ext cx="4114800" cy="43434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3pPr>
              <a:buClr>
                <a:srgbClr val="FD2024"/>
              </a:buClr>
              <a:defRPr/>
            </a:lvl3pPr>
            <a:lvl4pPr>
              <a:buClr>
                <a:srgbClr val="FD2024"/>
              </a:buClr>
              <a:defRPr/>
            </a:lvl4pPr>
            <a:lvl5pPr>
              <a:buClr>
                <a:srgbClr val="FD2024"/>
              </a:buClr>
              <a:defRPr/>
            </a:lvl5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Body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97562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Header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704D5-0813-C341-BEC9-B7BFCC53B8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4400" y="2060369"/>
            <a:ext cx="3200400" cy="38862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3pPr>
              <a:buClr>
                <a:srgbClr val="FD2024"/>
              </a:buClr>
              <a:defRPr/>
            </a:lvl3pPr>
            <a:lvl4pPr>
              <a:buClr>
                <a:srgbClr val="FD2024"/>
              </a:buClr>
              <a:defRPr/>
            </a:lvl4pPr>
            <a:lvl5pPr>
              <a:buClr>
                <a:srgbClr val="FD2024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7B7050-A1C7-3441-A8EA-2D3ED8006A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70400" y="2060369"/>
            <a:ext cx="3200400" cy="38862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C7EC9E-F15D-654A-83C7-97F392C066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24813" y="2060369"/>
            <a:ext cx="3200400" cy="38862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5121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5C1DE-3143-6C45-9FB8-17336FFE12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2043113"/>
            <a:ext cx="8686800" cy="4129087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8399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D6644-CECE-514B-9172-7B355C73C8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4400" y="1926008"/>
            <a:ext cx="3200400" cy="4474791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395EBF-9BE1-7742-84A8-50AC066D91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57700" y="1926008"/>
            <a:ext cx="3200400" cy="4474791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FE9A55-C1C4-4846-B47D-905C7E8B84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01000" y="1926008"/>
            <a:ext cx="3200400" cy="4474791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32506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ety Layout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2842E-C6C2-3A4C-8494-3460DB7282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4400" y="1924422"/>
            <a:ext cx="8686800" cy="18288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514456-4E2F-C64D-A658-367FE490AF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4400" y="4091359"/>
            <a:ext cx="4114800" cy="22860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330E5-735B-EA48-887B-E21E4ABD954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86400" y="4091359"/>
            <a:ext cx="4114800" cy="22860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2813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Copy 1/3 Photo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772400" y="2057400"/>
            <a:ext cx="3657600" cy="4114800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313E4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0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CB877-ED35-9D4F-B181-EA98534AC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2057400"/>
            <a:ext cx="6424613" cy="41148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664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Copy 2/3 Photo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4114800" cy="1143000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685800"/>
            <a:ext cx="4114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5486400" y="1143000"/>
            <a:ext cx="5943600" cy="5257800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58D7D4-4AA7-DD48-AF9A-920EA6C90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8802E-ADCD-D847-9E37-22E6243656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2514600"/>
            <a:ext cx="4114800" cy="38862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96514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&amp; 1 Column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14400" y="2057400"/>
            <a:ext cx="8229600" cy="4114800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2296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2296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BE06D5-AEA8-5945-A805-CA432392E2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91472" y="2057400"/>
            <a:ext cx="2286000" cy="41148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2pPr>
              <a:defRPr>
                <a:solidFill>
                  <a:srgbClr val="262F38"/>
                </a:solidFill>
              </a:defRPr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1842116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/ 2 Photo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14400" y="2057400"/>
            <a:ext cx="5029200" cy="4114800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397937" y="2057400"/>
            <a:ext cx="5029200" cy="4114800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233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Call Out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879081" y="4981160"/>
            <a:ext cx="10735068" cy="696190"/>
          </a:xfrm>
        </p:spPr>
        <p:txBody>
          <a:bodyPr anchor="ctr">
            <a:noAutofit/>
          </a:bodyPr>
          <a:lstStyle>
            <a:lvl1pPr algn="ctr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879082" y="5851718"/>
            <a:ext cx="10735067" cy="3108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79081" y="686699"/>
            <a:ext cx="10735069" cy="4120093"/>
          </a:xfrm>
          <a:prstGeom prst="rect">
            <a:avLst/>
          </a:pr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437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tatic Photo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6712" y="-38100"/>
            <a:ext cx="9681882" cy="69873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9681883" cy="68580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531926"/>
            <a:ext cx="2563318" cy="6937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79232-EDCD-114C-BBA1-842D32B9E3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757564"/>
            <a:ext cx="3200400" cy="41148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2376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tatic Photo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8502" y="-58271"/>
            <a:ext cx="8293497" cy="69398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9681883" cy="68580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530352"/>
            <a:ext cx="2563318" cy="6937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12D90-433D-504B-AFA2-07F31E369D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754416"/>
            <a:ext cx="3200400" cy="41148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80243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ore Photo - 1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685800"/>
            <a:ext cx="34290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474" y="6309895"/>
            <a:ext cx="919948" cy="314772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519372-7B44-1C48-B234-773EC0576E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06863" y="0"/>
            <a:ext cx="8085137" cy="6858000"/>
          </a:xfrm>
          <a:custGeom>
            <a:avLst/>
            <a:gdLst>
              <a:gd name="connsiteX0" fmla="*/ 5038351 w 8085137"/>
              <a:gd name="connsiteY0" fmla="*/ 0 h 6858000"/>
              <a:gd name="connsiteX1" fmla="*/ 8085137 w 8085137"/>
              <a:gd name="connsiteY1" fmla="*/ 0 h 6858000"/>
              <a:gd name="connsiteX2" fmla="*/ 8085137 w 8085137"/>
              <a:gd name="connsiteY2" fmla="*/ 6858000 h 6858000"/>
              <a:gd name="connsiteX3" fmla="*/ 1852736 w 8085137"/>
              <a:gd name="connsiteY3" fmla="*/ 6858000 h 6858000"/>
              <a:gd name="connsiteX4" fmla="*/ 1964853 w 8085137"/>
              <a:gd name="connsiteY4" fmla="*/ 6480868 h 6858000"/>
              <a:gd name="connsiteX5" fmla="*/ 5038351 w 8085137"/>
              <a:gd name="connsiteY5" fmla="*/ 0 h 6858000"/>
              <a:gd name="connsiteX6" fmla="*/ 1918741 w 8085137"/>
              <a:gd name="connsiteY6" fmla="*/ 0 h 6858000"/>
              <a:gd name="connsiteX7" fmla="*/ 3299493 w 8085137"/>
              <a:gd name="connsiteY7" fmla="*/ 0 h 6858000"/>
              <a:gd name="connsiteX8" fmla="*/ 1520582 w 8085137"/>
              <a:gd name="connsiteY8" fmla="*/ 6062438 h 6858000"/>
              <a:gd name="connsiteX9" fmla="*/ 1362673 w 8085137"/>
              <a:gd name="connsiteY9" fmla="*/ 6858000 h 6858000"/>
              <a:gd name="connsiteX10" fmla="*/ 0 w 8085137"/>
              <a:gd name="connsiteY10" fmla="*/ 6858000 h 6858000"/>
              <a:gd name="connsiteX11" fmla="*/ 1918741 w 808513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085137" h="6858000">
                <a:moveTo>
                  <a:pt x="5038351" y="0"/>
                </a:moveTo>
                <a:lnTo>
                  <a:pt x="8085137" y="0"/>
                </a:lnTo>
                <a:lnTo>
                  <a:pt x="8085137" y="6858000"/>
                </a:lnTo>
                <a:lnTo>
                  <a:pt x="1852736" y="6858000"/>
                </a:lnTo>
                <a:lnTo>
                  <a:pt x="1964853" y="6480868"/>
                </a:lnTo>
                <a:cubicBezTo>
                  <a:pt x="2653390" y="4238236"/>
                  <a:pt x="3595547" y="2250866"/>
                  <a:pt x="5038351" y="0"/>
                </a:cubicBezTo>
                <a:close/>
                <a:moveTo>
                  <a:pt x="1918741" y="0"/>
                </a:moveTo>
                <a:lnTo>
                  <a:pt x="3299493" y="0"/>
                </a:lnTo>
                <a:cubicBezTo>
                  <a:pt x="2350740" y="2000250"/>
                  <a:pt x="1918446" y="4057884"/>
                  <a:pt x="1520582" y="6062438"/>
                </a:cubicBezTo>
                <a:lnTo>
                  <a:pt x="1362673" y="6858000"/>
                </a:lnTo>
                <a:lnTo>
                  <a:pt x="0" y="6858000"/>
                </a:lnTo>
                <a:cubicBezTo>
                  <a:pt x="474688" y="4482059"/>
                  <a:pt x="889417" y="2181068"/>
                  <a:pt x="1918741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17A7-23CC-0541-BF3C-D1EF98D16D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101725"/>
            <a:ext cx="3429000" cy="465455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40603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tatic Photo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853"/>
          <a:stretch/>
        </p:blipFill>
        <p:spPr>
          <a:xfrm>
            <a:off x="1422203" y="1"/>
            <a:ext cx="10769797" cy="68580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8083177" cy="68580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531926"/>
            <a:ext cx="2563318" cy="6937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C1871-C958-A247-B68F-99DDA2F403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779863"/>
            <a:ext cx="3668713" cy="4357687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43647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tatic Photo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95455" y="-1"/>
            <a:ext cx="6996545" cy="68580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8904942" cy="68580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531926"/>
            <a:ext cx="2563318" cy="6937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BBFAD-0F5F-0B43-A297-36A996A602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757564"/>
            <a:ext cx="4476750" cy="43434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00282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ore Photo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8678532" cy="6858001"/>
          </a:xfrm>
          <a:prstGeom prst="rect">
            <a:avLst/>
          </a:prstGeom>
        </p:spPr>
      </p:pic>
      <p:sp>
        <p:nvSpPr>
          <p:cNvPr id="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685800"/>
            <a:ext cx="4114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618" y="6308011"/>
            <a:ext cx="1047960" cy="358574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347491" y="-111399"/>
            <a:ext cx="6930234" cy="7085287"/>
          </a:xfrm>
          <a:custGeom>
            <a:avLst/>
            <a:gdLst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0 w 6930234"/>
              <a:gd name="connsiteY3" fmla="*/ 708528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  <a:gd name="connsiteX0" fmla="*/ 0 w 6930234"/>
              <a:gd name="connsiteY0" fmla="*/ 0 h 7085287"/>
              <a:gd name="connsiteX1" fmla="*/ 6930234 w 6930234"/>
              <a:gd name="connsiteY1" fmla="*/ 0 h 7085287"/>
              <a:gd name="connsiteX2" fmla="*/ 6930234 w 6930234"/>
              <a:gd name="connsiteY2" fmla="*/ 7085287 h 7085287"/>
              <a:gd name="connsiteX3" fmla="*/ 3267855 w 6930234"/>
              <a:gd name="connsiteY3" fmla="*/ 7055307 h 7085287"/>
              <a:gd name="connsiteX4" fmla="*/ 0 w 6930234"/>
              <a:gd name="connsiteY4" fmla="*/ 0 h 708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0234" h="7085287">
                <a:moveTo>
                  <a:pt x="0" y="0"/>
                </a:moveTo>
                <a:lnTo>
                  <a:pt x="6930234" y="0"/>
                </a:lnTo>
                <a:lnTo>
                  <a:pt x="6930234" y="7085287"/>
                </a:lnTo>
                <a:lnTo>
                  <a:pt x="3267855" y="7055307"/>
                </a:lnTo>
                <a:cubicBezTo>
                  <a:pt x="1444051" y="4553636"/>
                  <a:pt x="804471" y="2486679"/>
                  <a:pt x="0" y="0"/>
                </a:cubicBezTo>
                <a:close/>
              </a:path>
            </a:pathLst>
          </a:custGeom>
          <a:pattFill prst="lgCheck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defRPr b="1" i="0">
                <a:latin typeface="Sofia Pro Black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5D6C7-34DC-7849-886F-D11B45686C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232692"/>
            <a:ext cx="4114800" cy="4392613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8046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6989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3BC0-EE18-AC81-2CD2-C76C4A358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A228A-0150-7DB3-DFBC-BC92EE4A7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C8615-8CA5-F99A-1389-F5299B86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24DCB-D003-A007-B8C3-40F46EDB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6224-C7BA-AADB-388F-00A69714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429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2909-06FF-BFD6-B055-62E69ABE6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FED9-C2C3-4202-3B66-1F6AA0963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04DFB-EE3C-693D-1811-EEAC0AA7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267B0-9297-7D37-F9A4-AD91C03A2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226BB-5912-E296-DEDB-B2194E4A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411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97B5-0E3B-4BF9-13C0-C99BEAE9F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4424A-6ECC-10C1-A49B-FF72AEFBB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7F5DE-D544-E5D8-9539-30DFA118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E5C3-9C08-3663-39BB-A1C6C3EC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0900-8874-892B-C918-D8B55308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409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84FE-86F7-96BF-7316-E2B431D7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58E58-119C-291C-B877-8D045AF33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CE238-6D8F-58D1-29B7-9CAFC1E8F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163C5-905D-E08A-0252-E2AAE2B0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351AF-225C-4A43-F12C-7E590C5B3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72E43-A273-30A5-631E-B9C67B9A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980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23E0-9A87-238E-97C0-61523EA3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6989E-4F6A-99EF-A67C-4EEFDA281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CAD2-BB4B-32DB-5E99-958A7921A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8CD4C-9BDB-3EBE-277C-B2B0804EE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11D0D-130C-41C1-7C5D-47672B328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19E5E-1FDF-E659-789B-FA2BB6C7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E9FD6-355E-04E3-356E-640A3719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DE156-104F-E4EA-3BE1-4518CDD7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67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5BC3-CB79-AB0A-AA04-622F7FDEA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C9D82-1749-5E89-F0F6-490DE8AB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FA0E6-7349-3C6F-2442-D3726930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ACC16-F43D-E00D-7F4C-00A62056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626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E2BF7-0E64-54B7-BE0C-9CDA7DD3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007D6-8D3A-49C5-B23D-94C83B204B1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5F30C-F878-3B53-44AA-DC11590B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F6745-CAF9-8700-BF94-64572864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C49A5-8256-4B06-AC77-05BCBA0E2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408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B836-ED70-F2BC-9DCC-520955B3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C02B8-1126-D025-7444-27C07A1BC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1C88F-1046-5CBE-F1B4-DEDDA1D19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DC36B-53C0-E498-EB9D-FC524101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DF79-93EE-5118-361C-4870898D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7DE5A-614F-318E-602E-DEE18EEA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841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B196-E581-FC76-7544-1A62B75F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A271C-69A2-AB2D-C432-D77814E4A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93C59-303D-490B-3A1B-DCFBE9F6E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2ECD1-14D5-0F9B-5916-EAEFD92E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14E35-7B63-FAE7-5C96-918D3473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8A294-48E0-1B42-FF9E-A64D0389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661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8571-3734-304A-5CA6-7D67EBAA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B4A25-F3CC-9B18-664D-BF1B30680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01EE-78FD-8EFA-4F69-AC96DE71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6F8A1-CC77-E31E-5DB8-A1431ECD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AE9FE-4BFA-2098-E980-3A327BFD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478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91CA6-A7F4-86E4-49BF-765794779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E962B-7772-7CB5-5CE0-D1640C5DD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5627-8F1B-7890-3218-8DA66A7F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CB6E7-4EA5-102F-EDDE-5A0410A3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644E9-3FD3-040B-7027-0DB0E817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32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with Header">
    <p:bg>
      <p:bgPr>
        <a:gradFill flip="none" rotWithShape="1">
          <a:gsLst>
            <a:gs pos="100000">
              <a:srgbClr val="FF8F1C"/>
            </a:gs>
            <a:gs pos="5000">
              <a:srgbClr val="FD202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43000"/>
            <a:ext cx="8686800" cy="557902"/>
          </a:xfr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rgbClr val="262F38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85800"/>
            <a:ext cx="8686800" cy="347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800" b="1" i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>
              <a:buFontTx/>
              <a:buNone/>
              <a:defRPr sz="1600" b="0" i="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>
              <a:buClr>
                <a:srgbClr val="FF9000"/>
              </a:buClr>
              <a:buFont typeface="Arial" charset="0"/>
              <a:buChar char="•"/>
              <a:defRPr sz="1400"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>
              <a:buFontTx/>
              <a:buNone/>
              <a:defRPr b="0" i="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338" y="232331"/>
            <a:ext cx="1047960" cy="3585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D6BA3-DBBA-9B4D-B6C6-1810370380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0" y="2060367"/>
            <a:ext cx="4114800" cy="43434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3pPr>
              <a:buClr>
                <a:srgbClr val="FD2024"/>
              </a:buClr>
              <a:defRPr/>
            </a:lvl3pPr>
            <a:lvl4pPr>
              <a:buClr>
                <a:srgbClr val="FD2024"/>
              </a:buClr>
              <a:defRPr/>
            </a:lvl4pPr>
            <a:lvl5pPr>
              <a:buClr>
                <a:srgbClr val="FD2024"/>
              </a:buClr>
              <a:defRPr/>
            </a:lvl5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Body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65D8DD-D926-F741-BA7B-62E77DC13D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2057400"/>
            <a:ext cx="4114800" cy="4343400"/>
          </a:xfrm>
        </p:spPr>
        <p:txBody>
          <a:bodyPr/>
          <a:lstStyle>
            <a:lvl1pPr>
              <a:defRPr>
                <a:solidFill>
                  <a:srgbClr val="FF8F1C"/>
                </a:solidFill>
              </a:defRPr>
            </a:lvl1pPr>
            <a:lvl3pPr>
              <a:buClr>
                <a:srgbClr val="FD2024"/>
              </a:buClr>
              <a:defRPr/>
            </a:lvl3pPr>
            <a:lvl4pPr>
              <a:buClr>
                <a:srgbClr val="FD2024"/>
              </a:buClr>
              <a:defRPr/>
            </a:lvl4pPr>
            <a:lvl5pPr>
              <a:buClr>
                <a:srgbClr val="FD2024"/>
              </a:buClr>
              <a:defRPr/>
            </a:lvl5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Body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804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204D9-913A-5343-B04E-F6614D09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75BD-BB06-8A42-940B-14FBC0316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5768-9C20-F044-BB76-1C6A7CA74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92A0F-C8E0-044F-B117-B4F088849C2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AAE0C-06CA-9B41-AA6A-21CEC1252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0B84E-4B45-A74F-AE26-D14007AAD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AA3E-1A50-7040-AB03-BA4BB93F6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5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62F38"/>
          </a:solidFill>
          <a:latin typeface="Sofia Pro Black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None/>
        <a:defRPr sz="2800" b="1" i="0" kern="1200">
          <a:solidFill>
            <a:srgbClr val="262F38"/>
          </a:solidFill>
          <a:latin typeface="Sofia Pro Black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i="0" kern="1200">
          <a:solidFill>
            <a:srgbClr val="262F38"/>
          </a:solidFill>
          <a:latin typeface="Sofia Pro Black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3pPr>
      <a:lvl4pPr marL="45720" indent="-137160" algn="l" defTabSz="914400" rtl="0" eaLnBrk="1" latinLnBrk="0" hangingPunct="1">
        <a:lnSpc>
          <a:spcPct val="90000"/>
        </a:lnSpc>
        <a:spcBef>
          <a:spcPts val="500"/>
        </a:spcBef>
        <a:buClr>
          <a:srgbClr val="FD2024"/>
        </a:buClr>
        <a:buFont typeface="Arial" panose="020B0604020202020204" pitchFamily="34" charset="0"/>
        <a:buChar char="•"/>
        <a:defRPr sz="18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4pPr>
      <a:lvl5pPr marL="320040" indent="-137160" algn="l" defTabSz="914400" rtl="0" eaLnBrk="1" latinLnBrk="0" hangingPunct="1">
        <a:lnSpc>
          <a:spcPct val="90000"/>
        </a:lnSpc>
        <a:spcBef>
          <a:spcPts val="500"/>
        </a:spcBef>
        <a:buClr>
          <a:srgbClr val="FD2024"/>
        </a:buClr>
        <a:buFont typeface="Arial" panose="020B0604020202020204" pitchFamily="34" charset="0"/>
        <a:buChar char="•"/>
        <a:defRPr sz="18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0D537-AD40-6746-82DD-1E0F2F30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F233-0620-234B-B27D-F166D321B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17E5-386E-CC40-A502-60B8178A6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BA833-C69B-3B4B-B5DA-BAA420AF020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DF79C-92BE-514F-A91B-D7269E57A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F3CF-A385-9544-A1AB-EEE710A47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48A6A-C5DC-5542-AE37-B97C22DD1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8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62F38"/>
          </a:solidFill>
          <a:latin typeface="Sofia Pro Black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i="0" kern="1200">
          <a:solidFill>
            <a:srgbClr val="262F38"/>
          </a:solidFill>
          <a:latin typeface="Sofia Pro Black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2pPr>
      <a:lvl3pPr marL="45720" indent="-137160" algn="l" defTabSz="914400" rtl="0" eaLnBrk="1" latinLnBrk="0" hangingPunct="1">
        <a:lnSpc>
          <a:spcPct val="90000"/>
        </a:lnSpc>
        <a:spcBef>
          <a:spcPts val="500"/>
        </a:spcBef>
        <a:buClr>
          <a:srgbClr val="FD2024"/>
        </a:buClr>
        <a:buFont typeface="Arial" panose="020B0604020202020204" pitchFamily="34" charset="0"/>
        <a:buChar char="•"/>
        <a:defRPr sz="20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3pPr>
      <a:lvl4pPr marL="457200" indent="-137160" algn="l" defTabSz="914400" rtl="0" eaLnBrk="1" latinLnBrk="0" hangingPunct="1">
        <a:lnSpc>
          <a:spcPct val="90000"/>
        </a:lnSpc>
        <a:spcBef>
          <a:spcPts val="500"/>
        </a:spcBef>
        <a:buClr>
          <a:srgbClr val="FD2024"/>
        </a:buClr>
        <a:buFont typeface="Arial" panose="020B0604020202020204" pitchFamily="34" charset="0"/>
        <a:buChar char="•"/>
        <a:defRPr sz="18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500"/>
        </a:spcBef>
        <a:buClr>
          <a:srgbClr val="FD2024"/>
        </a:buClr>
        <a:buFont typeface="Arial" panose="020B0604020202020204" pitchFamily="34" charset="0"/>
        <a:buChar char="•"/>
        <a:defRPr sz="1800" b="0" i="0" kern="1200">
          <a:solidFill>
            <a:srgbClr val="262F38"/>
          </a:solidFill>
          <a:latin typeface="Sofia Pro Medium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B41AE-B360-D88D-8F0E-60FC7D16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022EA-C0C5-BDA6-035C-32602BC4E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574B0-C3F8-0EC0-538F-4D313B4D4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92A0F-C8E0-044F-B117-B4F088849C2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CB647-D769-8CB2-80D9-5046EBC07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A0912-7097-B9D1-4CB1-AF4424769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2AA3E-1A50-7040-AB03-BA4BB93F6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nlp-scheduler-api-ehc5bhhdeparezd7.canadacentral-01.azurewebsites.net/swagger/index.html" TargetMode="Externa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hyperlink" Target="https://nlp-scheduler-capstone.streamlit.app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40B86E-0047-27A7-1FA7-E1CDE86DDF8C}"/>
              </a:ext>
            </a:extLst>
          </p:cNvPr>
          <p:cNvSpPr/>
          <p:nvPr/>
        </p:nvSpPr>
        <p:spPr>
          <a:xfrm>
            <a:off x="0" y="2904304"/>
            <a:ext cx="12191999" cy="2438241"/>
          </a:xfrm>
          <a:prstGeom prst="rect">
            <a:avLst/>
          </a:prstGeom>
          <a:solidFill>
            <a:srgbClr val="262F38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6475-825A-F747-BC11-8C866C7E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4" y="2904305"/>
            <a:ext cx="7142553" cy="2438241"/>
          </a:xfrm>
        </p:spPr>
        <p:txBody>
          <a:bodyPr>
            <a:normAutofit/>
          </a:bodyPr>
          <a:lstStyle/>
          <a:p>
            <a:r>
              <a:rPr lang="en-US" b="1" dirty="0"/>
              <a:t>Natural Language API-Driven Scheduling Agent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172CE-43D4-03F2-2215-6FFDBC06C4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0870" y="5734878"/>
            <a:ext cx="5257800" cy="1043026"/>
          </a:xfrm>
        </p:spPr>
        <p:txBody>
          <a:bodyPr/>
          <a:lstStyle/>
          <a:p>
            <a:r>
              <a:rPr lang="en-US" dirty="0"/>
              <a:t>Presented By: Andie Andrews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B4913-7EA4-3034-36D1-2E9D178050AB}"/>
              </a:ext>
            </a:extLst>
          </p:cNvPr>
          <p:cNvSpPr txBox="1"/>
          <p:nvPr/>
        </p:nvSpPr>
        <p:spPr>
          <a:xfrm>
            <a:off x="5059018" y="4788548"/>
            <a:ext cx="2751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for workforce management</a:t>
            </a:r>
          </a:p>
        </p:txBody>
      </p:sp>
    </p:spTree>
    <p:extLst>
      <p:ext uri="{BB962C8B-B14F-4D97-AF65-F5344CB8AC3E}">
        <p14:creationId xmlns:p14="http://schemas.microsoft.com/office/powerpoint/2010/main" val="76197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34E9BD2-6A30-2188-4529-4ABC6C26EFCB}"/>
              </a:ext>
            </a:extLst>
          </p:cNvPr>
          <p:cNvSpPr/>
          <p:nvPr/>
        </p:nvSpPr>
        <p:spPr>
          <a:xfrm>
            <a:off x="10853529" y="-144462"/>
            <a:ext cx="1338471" cy="7002462"/>
          </a:xfrm>
          <a:prstGeom prst="rect">
            <a:avLst/>
          </a:prstGeom>
          <a:solidFill>
            <a:srgbClr val="FD202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83820" y="512064"/>
            <a:ext cx="4114800" cy="347472"/>
          </a:xfrm>
        </p:spPr>
        <p:txBody>
          <a:bodyPr/>
          <a:lstStyle/>
          <a:p>
            <a:r>
              <a:rPr lang="en-US" dirty="0"/>
              <a:t>All about me!</a:t>
            </a:r>
          </a:p>
        </p:txBody>
      </p:sp>
      <p:sp>
        <p:nvSpPr>
          <p:cNvPr id="2" name="AutoShape 2" descr="HELLO ITSAGENDAITEMSI'M LOOKING FOR Memegeneratornet Hello It'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2" descr="Excited can't wait - Imgfli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31AF1-F4AB-59B7-49A9-A8F7B86E3D51}"/>
              </a:ext>
            </a:extLst>
          </p:cNvPr>
          <p:cNvSpPr txBox="1"/>
          <p:nvPr/>
        </p:nvSpPr>
        <p:spPr>
          <a:xfrm>
            <a:off x="99060" y="1264590"/>
            <a:ext cx="41761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Andie Andrews</a:t>
            </a:r>
            <a:br>
              <a:rPr lang="en-US" dirty="0"/>
            </a:br>
            <a:r>
              <a:rPr lang="en-US" i="1" dirty="0"/>
              <a:t>Staff Software Engineer – Paylocity</a:t>
            </a:r>
            <a:br>
              <a:rPr lang="en-US" i="1" dirty="0"/>
            </a:br>
            <a:endParaRPr lang="en-US" dirty="0"/>
          </a:p>
          <a:p>
            <a:r>
              <a:rPr lang="en-US" dirty="0"/>
              <a:t>📧 Andie.Andrews@outlook.com</a:t>
            </a:r>
            <a:br>
              <a:rPr lang="en-US" dirty="0"/>
            </a:br>
            <a:r>
              <a:rPr lang="en-US" dirty="0"/>
              <a:t>🔗 linkedin.com/in/</a:t>
            </a:r>
            <a:r>
              <a:rPr lang="en-US" dirty="0" err="1"/>
              <a:t>andie-andrews-mcp</a:t>
            </a:r>
            <a:endParaRPr lang="en-US" dirty="0"/>
          </a:p>
          <a:p>
            <a:r>
              <a:rPr lang="en-US" dirty="0"/>
              <a:t>🔗 github.com/andie-andrews</a:t>
            </a:r>
          </a:p>
        </p:txBody>
      </p:sp>
      <p:pic>
        <p:nvPicPr>
          <p:cNvPr id="7" name="Picture 2" descr="No photo description available.">
            <a:extLst>
              <a:ext uri="{FF2B5EF4-FFF2-40B4-BE49-F238E27FC236}">
                <a16:creationId xmlns:a16="http://schemas.microsoft.com/office/drawing/2014/main" id="{50F09EC2-1180-6838-7082-E547A6021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5532">
            <a:off x="8127733" y="1461780"/>
            <a:ext cx="16764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465E04-EA63-E0E7-A2AD-0538032B4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14293">
            <a:off x="9577375" y="1561460"/>
            <a:ext cx="1522170" cy="22832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ECAC32-EACA-1026-7392-922F8D389A9E}"/>
              </a:ext>
            </a:extLst>
          </p:cNvPr>
          <p:cNvSpPr txBox="1"/>
          <p:nvPr/>
        </p:nvSpPr>
        <p:spPr>
          <a:xfrm>
            <a:off x="93429" y="3424693"/>
            <a:ext cx="56016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Fullstack software engineer for  20+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Specialized in system designs, scalable systems, APIs, </a:t>
            </a:r>
            <a:br>
              <a:rPr lang="en-US" dirty="0"/>
            </a:br>
            <a:r>
              <a:rPr lang="en-US" dirty="0"/>
              <a:t>microservices, backend services, and system integrations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Excited about learning and applying AI to solve real-world business problems with AI Powered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8A7CC2-0A39-EAB9-B630-52DA43E8E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19554">
            <a:off x="9857048" y="4039633"/>
            <a:ext cx="1742720" cy="1307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17206B-DE3F-020A-77ED-829E0687B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53640">
            <a:off x="7697498" y="3560029"/>
            <a:ext cx="1330125" cy="1773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33901A-6CC0-5D0F-AAF9-E923D7B14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9339" y="3400137"/>
            <a:ext cx="1429121" cy="214368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07F2F9-E0A1-D17D-578A-4C4BEDF356F8}"/>
              </a:ext>
            </a:extLst>
          </p:cNvPr>
          <p:cNvCxnSpPr>
            <a:cxnSpLocks/>
          </p:cNvCxnSpPr>
          <p:nvPr/>
        </p:nvCxnSpPr>
        <p:spPr>
          <a:xfrm flipV="1">
            <a:off x="200250" y="1947669"/>
            <a:ext cx="3644385" cy="264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5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775184-5C43-E328-A03B-517C4B8F5D5B}"/>
              </a:ext>
            </a:extLst>
          </p:cNvPr>
          <p:cNvSpPr/>
          <p:nvPr/>
        </p:nvSpPr>
        <p:spPr>
          <a:xfrm>
            <a:off x="-89452" y="-135943"/>
            <a:ext cx="12390781" cy="712430"/>
          </a:xfrm>
          <a:prstGeom prst="rect">
            <a:avLst/>
          </a:prstGeom>
          <a:solidFill>
            <a:srgbClr val="262F38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2B7AB9D4-CA37-5B67-F1BA-FA0571FA2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758158"/>
            <a:ext cx="4114800" cy="712430"/>
          </a:xfrm>
        </p:spPr>
        <p:txBody>
          <a:bodyPr>
            <a:normAutofit fontScale="92500"/>
          </a:bodyPr>
          <a:lstStyle/>
          <a:p>
            <a:r>
              <a:rPr lang="en-US" dirty="0"/>
              <a:t>Scheduler Pro – </a:t>
            </a:r>
            <a:br>
              <a:rPr lang="en-US" dirty="0"/>
            </a:br>
            <a:r>
              <a:rPr lang="en-US" dirty="0"/>
              <a:t>A Natural Language Scheduling Agent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90EBA30-ED0B-6B08-A6A5-8736BD4D59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520268"/>
            <a:ext cx="4114800" cy="5135563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What This 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0" dirty="0"/>
              <a:t>A scheduling application with </a:t>
            </a:r>
            <a:r>
              <a:rPr lang="en-US" sz="2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</a:t>
            </a:r>
            <a:r>
              <a:rPr lang="en-US" sz="2500" b="0" dirty="0">
                <a:solidFill>
                  <a:srgbClr val="C00000"/>
                </a:solidFill>
              </a:rPr>
              <a:t> AI-powered </a:t>
            </a:r>
            <a:r>
              <a:rPr lang="en-US" sz="2500" b="0" dirty="0"/>
              <a:t>scheduling assistant using natural language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0" dirty="0"/>
              <a:t>Translates user requests into real API 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b="0" dirty="0"/>
              <a:t>Built on </a:t>
            </a:r>
            <a:r>
              <a:rPr lang="en-US" sz="2500" b="0" dirty="0" err="1"/>
              <a:t>OpenAPI</a:t>
            </a:r>
            <a:r>
              <a:rPr lang="en-US" sz="2500" b="0" dirty="0"/>
              <a:t> Specifications (OAS) -driven orchestration </a:t>
            </a:r>
          </a:p>
          <a:p>
            <a:br>
              <a:rPr lang="en-US" b="0" dirty="0"/>
            </a:br>
            <a:endParaRPr lang="en-US" b="0" dirty="0"/>
          </a:p>
          <a:p>
            <a:r>
              <a:rPr lang="en-US" dirty="0">
                <a:solidFill>
                  <a:schemeClr val="accent2"/>
                </a:solidFill>
              </a:rPr>
              <a:t>What It Solves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Eliminates complex UI navigation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Reduces time to create and manage schedules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Makes scheduling accessible for both managers and employees</a:t>
            </a:r>
          </a:p>
          <a:p>
            <a:endParaRPr lang="en-US" dirty="0"/>
          </a:p>
        </p:txBody>
      </p:sp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C8DBF1DA-16AF-9B22-7A4C-16D435C9862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952" b="952"/>
          <a:stretch>
            <a:fillRect/>
          </a:stretch>
        </p:blipFill>
        <p:spPr>
          <a:custGeom>
            <a:avLst/>
            <a:gdLst>
              <a:gd name="connsiteX0" fmla="*/ 334600 w 2407024"/>
              <a:gd name="connsiteY0" fmla="*/ 0 h 5257799"/>
              <a:gd name="connsiteX1" fmla="*/ 2072424 w 2407024"/>
              <a:gd name="connsiteY1" fmla="*/ 0 h 5257799"/>
              <a:gd name="connsiteX2" fmla="*/ 2407024 w 2407024"/>
              <a:gd name="connsiteY2" fmla="*/ 334600 h 5257799"/>
              <a:gd name="connsiteX3" fmla="*/ 2407024 w 2407024"/>
              <a:gd name="connsiteY3" fmla="*/ 5005110 h 5257799"/>
              <a:gd name="connsiteX4" fmla="*/ 2154335 w 2407024"/>
              <a:gd name="connsiteY4" fmla="*/ 5257799 h 5257799"/>
              <a:gd name="connsiteX5" fmla="*/ 252689 w 2407024"/>
              <a:gd name="connsiteY5" fmla="*/ 5257799 h 5257799"/>
              <a:gd name="connsiteX6" fmla="*/ 0 w 2407024"/>
              <a:gd name="connsiteY6" fmla="*/ 5005110 h 5257799"/>
              <a:gd name="connsiteX7" fmla="*/ 0 w 2407024"/>
              <a:gd name="connsiteY7" fmla="*/ 334600 h 5257799"/>
              <a:gd name="connsiteX8" fmla="*/ 334600 w 2407024"/>
              <a:gd name="connsiteY8" fmla="*/ 0 h 5257799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2072424 w 2407024"/>
              <a:gd name="connsiteY2" fmla="*/ 2988 h 5260787"/>
              <a:gd name="connsiteX3" fmla="*/ 2407024 w 2407024"/>
              <a:gd name="connsiteY3" fmla="*/ 337588 h 5260787"/>
              <a:gd name="connsiteX4" fmla="*/ 2407024 w 2407024"/>
              <a:gd name="connsiteY4" fmla="*/ 5008098 h 5260787"/>
              <a:gd name="connsiteX5" fmla="*/ 2154335 w 2407024"/>
              <a:gd name="connsiteY5" fmla="*/ 5260787 h 5260787"/>
              <a:gd name="connsiteX6" fmla="*/ 252689 w 2407024"/>
              <a:gd name="connsiteY6" fmla="*/ 5260787 h 5260787"/>
              <a:gd name="connsiteX7" fmla="*/ 0 w 2407024"/>
              <a:gd name="connsiteY7" fmla="*/ 5008098 h 5260787"/>
              <a:gd name="connsiteX8" fmla="*/ 0 w 2407024"/>
              <a:gd name="connsiteY8" fmla="*/ 337588 h 5260787"/>
              <a:gd name="connsiteX9" fmla="*/ 334600 w 2407024"/>
              <a:gd name="connsiteY9" fmla="*/ 2988 h 5260787"/>
              <a:gd name="connsiteX0" fmla="*/ 334600 w 2407024"/>
              <a:gd name="connsiteY0" fmla="*/ 6208 h 5264007"/>
              <a:gd name="connsiteX1" fmla="*/ 542862 w 2407024"/>
              <a:gd name="connsiteY1" fmla="*/ 3220 h 5264007"/>
              <a:gd name="connsiteX2" fmla="*/ 914186 w 2407024"/>
              <a:gd name="connsiteY2" fmla="*/ 114496 h 5264007"/>
              <a:gd name="connsiteX3" fmla="*/ 2072424 w 2407024"/>
              <a:gd name="connsiteY3" fmla="*/ 6208 h 5264007"/>
              <a:gd name="connsiteX4" fmla="*/ 2407024 w 2407024"/>
              <a:gd name="connsiteY4" fmla="*/ 340808 h 5264007"/>
              <a:gd name="connsiteX5" fmla="*/ 2407024 w 2407024"/>
              <a:gd name="connsiteY5" fmla="*/ 5011318 h 5264007"/>
              <a:gd name="connsiteX6" fmla="*/ 2154335 w 2407024"/>
              <a:gd name="connsiteY6" fmla="*/ 5264007 h 5264007"/>
              <a:gd name="connsiteX7" fmla="*/ 252689 w 2407024"/>
              <a:gd name="connsiteY7" fmla="*/ 5264007 h 5264007"/>
              <a:gd name="connsiteX8" fmla="*/ 0 w 2407024"/>
              <a:gd name="connsiteY8" fmla="*/ 5011318 h 5264007"/>
              <a:gd name="connsiteX9" fmla="*/ 0 w 2407024"/>
              <a:gd name="connsiteY9" fmla="*/ 340808 h 5264007"/>
              <a:gd name="connsiteX10" fmla="*/ 334600 w 2407024"/>
              <a:gd name="connsiteY10" fmla="*/ 6208 h 5264007"/>
              <a:gd name="connsiteX0" fmla="*/ 334600 w 2407024"/>
              <a:gd name="connsiteY0" fmla="*/ 4367 h 5262166"/>
              <a:gd name="connsiteX1" fmla="*/ 542862 w 2407024"/>
              <a:gd name="connsiteY1" fmla="*/ 1379 h 5262166"/>
              <a:gd name="connsiteX2" fmla="*/ 720662 w 2407024"/>
              <a:gd name="connsiteY2" fmla="*/ 185226 h 5262166"/>
              <a:gd name="connsiteX3" fmla="*/ 2072424 w 2407024"/>
              <a:gd name="connsiteY3" fmla="*/ 4367 h 5262166"/>
              <a:gd name="connsiteX4" fmla="*/ 2407024 w 2407024"/>
              <a:gd name="connsiteY4" fmla="*/ 338967 h 5262166"/>
              <a:gd name="connsiteX5" fmla="*/ 2407024 w 2407024"/>
              <a:gd name="connsiteY5" fmla="*/ 5009477 h 5262166"/>
              <a:gd name="connsiteX6" fmla="*/ 2154335 w 2407024"/>
              <a:gd name="connsiteY6" fmla="*/ 5262166 h 5262166"/>
              <a:gd name="connsiteX7" fmla="*/ 252689 w 2407024"/>
              <a:gd name="connsiteY7" fmla="*/ 5262166 h 5262166"/>
              <a:gd name="connsiteX8" fmla="*/ 0 w 2407024"/>
              <a:gd name="connsiteY8" fmla="*/ 5009477 h 5262166"/>
              <a:gd name="connsiteX9" fmla="*/ 0 w 2407024"/>
              <a:gd name="connsiteY9" fmla="*/ 338967 h 5262166"/>
              <a:gd name="connsiteX10" fmla="*/ 334600 w 2407024"/>
              <a:gd name="connsiteY10" fmla="*/ 4367 h 5262166"/>
              <a:gd name="connsiteX0" fmla="*/ 334600 w 2407024"/>
              <a:gd name="connsiteY0" fmla="*/ 15601 h 5273400"/>
              <a:gd name="connsiteX1" fmla="*/ 542862 w 2407024"/>
              <a:gd name="connsiteY1" fmla="*/ 12613 h 5273400"/>
              <a:gd name="connsiteX2" fmla="*/ 720662 w 2407024"/>
              <a:gd name="connsiteY2" fmla="*/ 196460 h 5273400"/>
              <a:gd name="connsiteX3" fmla="*/ 1470567 w 2407024"/>
              <a:gd name="connsiteY3" fmla="*/ 69460 h 5273400"/>
              <a:gd name="connsiteX4" fmla="*/ 2072424 w 2407024"/>
              <a:gd name="connsiteY4" fmla="*/ 15601 h 5273400"/>
              <a:gd name="connsiteX5" fmla="*/ 2407024 w 2407024"/>
              <a:gd name="connsiteY5" fmla="*/ 350201 h 5273400"/>
              <a:gd name="connsiteX6" fmla="*/ 2407024 w 2407024"/>
              <a:gd name="connsiteY6" fmla="*/ 5020711 h 5273400"/>
              <a:gd name="connsiteX7" fmla="*/ 2154335 w 2407024"/>
              <a:gd name="connsiteY7" fmla="*/ 5273400 h 5273400"/>
              <a:gd name="connsiteX8" fmla="*/ 252689 w 2407024"/>
              <a:gd name="connsiteY8" fmla="*/ 5273400 h 5273400"/>
              <a:gd name="connsiteX9" fmla="*/ 0 w 2407024"/>
              <a:gd name="connsiteY9" fmla="*/ 5020711 h 5273400"/>
              <a:gd name="connsiteX10" fmla="*/ 0 w 2407024"/>
              <a:gd name="connsiteY10" fmla="*/ 350201 h 5273400"/>
              <a:gd name="connsiteX11" fmla="*/ 334600 w 2407024"/>
              <a:gd name="connsiteY11" fmla="*/ 15601 h 5273400"/>
              <a:gd name="connsiteX0" fmla="*/ 334600 w 2407024"/>
              <a:gd name="connsiteY0" fmla="*/ 6782 h 5264581"/>
              <a:gd name="connsiteX1" fmla="*/ 542862 w 2407024"/>
              <a:gd name="connsiteY1" fmla="*/ 3794 h 5264581"/>
              <a:gd name="connsiteX2" fmla="*/ 720662 w 2407024"/>
              <a:gd name="connsiteY2" fmla="*/ 187641 h 5264581"/>
              <a:gd name="connsiteX3" fmla="*/ 1809234 w 2407024"/>
              <a:gd name="connsiteY3" fmla="*/ 199736 h 5264581"/>
              <a:gd name="connsiteX4" fmla="*/ 2072424 w 2407024"/>
              <a:gd name="connsiteY4" fmla="*/ 6782 h 5264581"/>
              <a:gd name="connsiteX5" fmla="*/ 2407024 w 2407024"/>
              <a:gd name="connsiteY5" fmla="*/ 341382 h 5264581"/>
              <a:gd name="connsiteX6" fmla="*/ 2407024 w 2407024"/>
              <a:gd name="connsiteY6" fmla="*/ 5011892 h 5264581"/>
              <a:gd name="connsiteX7" fmla="*/ 2154335 w 2407024"/>
              <a:gd name="connsiteY7" fmla="*/ 5264581 h 5264581"/>
              <a:gd name="connsiteX8" fmla="*/ 252689 w 2407024"/>
              <a:gd name="connsiteY8" fmla="*/ 5264581 h 5264581"/>
              <a:gd name="connsiteX9" fmla="*/ 0 w 2407024"/>
              <a:gd name="connsiteY9" fmla="*/ 5011892 h 5264581"/>
              <a:gd name="connsiteX10" fmla="*/ 0 w 2407024"/>
              <a:gd name="connsiteY10" fmla="*/ 341382 h 5264581"/>
              <a:gd name="connsiteX11" fmla="*/ 334600 w 2407024"/>
              <a:gd name="connsiteY11" fmla="*/ 6782 h 5264581"/>
              <a:gd name="connsiteX0" fmla="*/ 334600 w 2407024"/>
              <a:gd name="connsiteY0" fmla="*/ 8130 h 5265929"/>
              <a:gd name="connsiteX1" fmla="*/ 542862 w 2407024"/>
              <a:gd name="connsiteY1" fmla="*/ 5142 h 5265929"/>
              <a:gd name="connsiteX2" fmla="*/ 720662 w 2407024"/>
              <a:gd name="connsiteY2" fmla="*/ 188989 h 5265929"/>
              <a:gd name="connsiteX3" fmla="*/ 1809234 w 2407024"/>
              <a:gd name="connsiteY3" fmla="*/ 201084 h 5265929"/>
              <a:gd name="connsiteX4" fmla="*/ 2072424 w 2407024"/>
              <a:gd name="connsiteY4" fmla="*/ 8130 h 5265929"/>
              <a:gd name="connsiteX5" fmla="*/ 2407024 w 2407024"/>
              <a:gd name="connsiteY5" fmla="*/ 342730 h 5265929"/>
              <a:gd name="connsiteX6" fmla="*/ 2407024 w 2407024"/>
              <a:gd name="connsiteY6" fmla="*/ 5013240 h 5265929"/>
              <a:gd name="connsiteX7" fmla="*/ 2154335 w 2407024"/>
              <a:gd name="connsiteY7" fmla="*/ 5265929 h 5265929"/>
              <a:gd name="connsiteX8" fmla="*/ 252689 w 2407024"/>
              <a:gd name="connsiteY8" fmla="*/ 5265929 h 5265929"/>
              <a:gd name="connsiteX9" fmla="*/ 0 w 2407024"/>
              <a:gd name="connsiteY9" fmla="*/ 5013240 h 5265929"/>
              <a:gd name="connsiteX10" fmla="*/ 0 w 2407024"/>
              <a:gd name="connsiteY10" fmla="*/ 342730 h 5265929"/>
              <a:gd name="connsiteX11" fmla="*/ 334600 w 2407024"/>
              <a:gd name="connsiteY11" fmla="*/ 8130 h 5265929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948329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8508 h 5286307"/>
              <a:gd name="connsiteX1" fmla="*/ 542862 w 2407024"/>
              <a:gd name="connsiteY1" fmla="*/ 25520 h 5286307"/>
              <a:gd name="connsiteX2" fmla="*/ 720662 w 2407024"/>
              <a:gd name="connsiteY2" fmla="*/ 209367 h 5286307"/>
              <a:gd name="connsiteX3" fmla="*/ 1809234 w 2407024"/>
              <a:gd name="connsiteY3" fmla="*/ 221462 h 5286307"/>
              <a:gd name="connsiteX4" fmla="*/ 1881806 w 2407024"/>
              <a:gd name="connsiteY4" fmla="*/ 40033 h 5286307"/>
              <a:gd name="connsiteX5" fmla="*/ 2072424 w 2407024"/>
              <a:gd name="connsiteY5" fmla="*/ 28508 h 5286307"/>
              <a:gd name="connsiteX6" fmla="*/ 2407024 w 2407024"/>
              <a:gd name="connsiteY6" fmla="*/ 363108 h 5286307"/>
              <a:gd name="connsiteX7" fmla="*/ 2407024 w 2407024"/>
              <a:gd name="connsiteY7" fmla="*/ 5033618 h 5286307"/>
              <a:gd name="connsiteX8" fmla="*/ 2154335 w 2407024"/>
              <a:gd name="connsiteY8" fmla="*/ 5286307 h 5286307"/>
              <a:gd name="connsiteX9" fmla="*/ 252689 w 2407024"/>
              <a:gd name="connsiteY9" fmla="*/ 5286307 h 5286307"/>
              <a:gd name="connsiteX10" fmla="*/ 0 w 2407024"/>
              <a:gd name="connsiteY10" fmla="*/ 5033618 h 5286307"/>
              <a:gd name="connsiteX11" fmla="*/ 0 w 2407024"/>
              <a:gd name="connsiteY11" fmla="*/ 363108 h 5286307"/>
              <a:gd name="connsiteX12" fmla="*/ 334600 w 2407024"/>
              <a:gd name="connsiteY12" fmla="*/ 28508 h 5286307"/>
              <a:gd name="connsiteX0" fmla="*/ 334600 w 2407024"/>
              <a:gd name="connsiteY0" fmla="*/ 20545 h 5278344"/>
              <a:gd name="connsiteX1" fmla="*/ 542862 w 2407024"/>
              <a:gd name="connsiteY1" fmla="*/ 17557 h 5278344"/>
              <a:gd name="connsiteX2" fmla="*/ 720662 w 2407024"/>
              <a:gd name="connsiteY2" fmla="*/ 201404 h 5278344"/>
              <a:gd name="connsiteX3" fmla="*/ 1809234 w 2407024"/>
              <a:gd name="connsiteY3" fmla="*/ 213499 h 5278344"/>
              <a:gd name="connsiteX4" fmla="*/ 1881806 w 2407024"/>
              <a:gd name="connsiteY4" fmla="*/ 32070 h 5278344"/>
              <a:gd name="connsiteX5" fmla="*/ 2072424 w 2407024"/>
              <a:gd name="connsiteY5" fmla="*/ 20545 h 5278344"/>
              <a:gd name="connsiteX6" fmla="*/ 2407024 w 2407024"/>
              <a:gd name="connsiteY6" fmla="*/ 355145 h 5278344"/>
              <a:gd name="connsiteX7" fmla="*/ 2407024 w 2407024"/>
              <a:gd name="connsiteY7" fmla="*/ 5025655 h 5278344"/>
              <a:gd name="connsiteX8" fmla="*/ 2154335 w 2407024"/>
              <a:gd name="connsiteY8" fmla="*/ 5278344 h 5278344"/>
              <a:gd name="connsiteX9" fmla="*/ 252689 w 2407024"/>
              <a:gd name="connsiteY9" fmla="*/ 5278344 h 5278344"/>
              <a:gd name="connsiteX10" fmla="*/ 0 w 2407024"/>
              <a:gd name="connsiteY10" fmla="*/ 5025655 h 5278344"/>
              <a:gd name="connsiteX11" fmla="*/ 0 w 2407024"/>
              <a:gd name="connsiteY11" fmla="*/ 355145 h 5278344"/>
              <a:gd name="connsiteX12" fmla="*/ 334600 w 2407024"/>
              <a:gd name="connsiteY12" fmla="*/ 20545 h 5278344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9234 w 2407024"/>
              <a:gd name="connsiteY3" fmla="*/ 195942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803158 w 2407024"/>
              <a:gd name="connsiteY3" fmla="*/ 214171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809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8085 w 2407024"/>
              <a:gd name="connsiteY3" fmla="*/ 202017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9 w 2407024"/>
              <a:gd name="connsiteY3" fmla="*/ 189864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24162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72424 w 2407024"/>
              <a:gd name="connsiteY5" fmla="*/ 2988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07024"/>
              <a:gd name="connsiteY0" fmla="*/ 2988 h 5260787"/>
              <a:gd name="connsiteX1" fmla="*/ 542862 w 2407024"/>
              <a:gd name="connsiteY1" fmla="*/ 0 h 5260787"/>
              <a:gd name="connsiteX2" fmla="*/ 720662 w 2407024"/>
              <a:gd name="connsiteY2" fmla="*/ 183847 h 5260787"/>
              <a:gd name="connsiteX3" fmla="*/ 1712008 w 2407024"/>
              <a:gd name="connsiteY3" fmla="*/ 195940 h 5260787"/>
              <a:gd name="connsiteX4" fmla="*/ 1881806 w 2407024"/>
              <a:gd name="connsiteY4" fmla="*/ 14513 h 5260787"/>
              <a:gd name="connsiteX5" fmla="*/ 2096731 w 2407024"/>
              <a:gd name="connsiteY5" fmla="*/ 15141 h 5260787"/>
              <a:gd name="connsiteX6" fmla="*/ 2407024 w 2407024"/>
              <a:gd name="connsiteY6" fmla="*/ 337588 h 5260787"/>
              <a:gd name="connsiteX7" fmla="*/ 2407024 w 2407024"/>
              <a:gd name="connsiteY7" fmla="*/ 5008098 h 5260787"/>
              <a:gd name="connsiteX8" fmla="*/ 2154335 w 2407024"/>
              <a:gd name="connsiteY8" fmla="*/ 5260787 h 5260787"/>
              <a:gd name="connsiteX9" fmla="*/ 252689 w 2407024"/>
              <a:gd name="connsiteY9" fmla="*/ 5260787 h 5260787"/>
              <a:gd name="connsiteX10" fmla="*/ 0 w 2407024"/>
              <a:gd name="connsiteY10" fmla="*/ 5008098 h 5260787"/>
              <a:gd name="connsiteX11" fmla="*/ 0 w 2407024"/>
              <a:gd name="connsiteY11" fmla="*/ 337588 h 5260787"/>
              <a:gd name="connsiteX12" fmla="*/ 334600 w 2407024"/>
              <a:gd name="connsiteY12" fmla="*/ 2988 h 5260787"/>
              <a:gd name="connsiteX0" fmla="*/ 334600 w 2461714"/>
              <a:gd name="connsiteY0" fmla="*/ 2988 h 5260787"/>
              <a:gd name="connsiteX1" fmla="*/ 542862 w 2461714"/>
              <a:gd name="connsiteY1" fmla="*/ 0 h 5260787"/>
              <a:gd name="connsiteX2" fmla="*/ 720662 w 2461714"/>
              <a:gd name="connsiteY2" fmla="*/ 183847 h 5260787"/>
              <a:gd name="connsiteX3" fmla="*/ 1712008 w 2461714"/>
              <a:gd name="connsiteY3" fmla="*/ 195940 h 5260787"/>
              <a:gd name="connsiteX4" fmla="*/ 1881806 w 2461714"/>
              <a:gd name="connsiteY4" fmla="*/ 14513 h 5260787"/>
              <a:gd name="connsiteX5" fmla="*/ 2096731 w 2461714"/>
              <a:gd name="connsiteY5" fmla="*/ 15141 h 5260787"/>
              <a:gd name="connsiteX6" fmla="*/ 2461714 w 2461714"/>
              <a:gd name="connsiteY6" fmla="*/ 331512 h 5260787"/>
              <a:gd name="connsiteX7" fmla="*/ 2407024 w 2461714"/>
              <a:gd name="connsiteY7" fmla="*/ 5008098 h 5260787"/>
              <a:gd name="connsiteX8" fmla="*/ 2154335 w 2461714"/>
              <a:gd name="connsiteY8" fmla="*/ 5260787 h 5260787"/>
              <a:gd name="connsiteX9" fmla="*/ 252689 w 2461714"/>
              <a:gd name="connsiteY9" fmla="*/ 5260787 h 5260787"/>
              <a:gd name="connsiteX10" fmla="*/ 0 w 2461714"/>
              <a:gd name="connsiteY10" fmla="*/ 5008098 h 5260787"/>
              <a:gd name="connsiteX11" fmla="*/ 0 w 2461714"/>
              <a:gd name="connsiteY11" fmla="*/ 337588 h 5260787"/>
              <a:gd name="connsiteX12" fmla="*/ 334600 w 2461714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49560 w 2504250"/>
              <a:gd name="connsiteY7" fmla="*/ 5008098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260787"/>
              <a:gd name="connsiteX1" fmla="*/ 585398 w 2504250"/>
              <a:gd name="connsiteY1" fmla="*/ 0 h 5260787"/>
              <a:gd name="connsiteX2" fmla="*/ 763198 w 2504250"/>
              <a:gd name="connsiteY2" fmla="*/ 183847 h 5260787"/>
              <a:gd name="connsiteX3" fmla="*/ 1754544 w 2504250"/>
              <a:gd name="connsiteY3" fmla="*/ 195940 h 5260787"/>
              <a:gd name="connsiteX4" fmla="*/ 1924342 w 2504250"/>
              <a:gd name="connsiteY4" fmla="*/ 14513 h 5260787"/>
              <a:gd name="connsiteX5" fmla="*/ 2139267 w 2504250"/>
              <a:gd name="connsiteY5" fmla="*/ 15141 h 5260787"/>
              <a:gd name="connsiteX6" fmla="*/ 2504250 w 2504250"/>
              <a:gd name="connsiteY6" fmla="*/ 331512 h 5260787"/>
              <a:gd name="connsiteX7" fmla="*/ 2467790 w 2504250"/>
              <a:gd name="connsiteY7" fmla="*/ 5032403 h 5260787"/>
              <a:gd name="connsiteX8" fmla="*/ 2196871 w 2504250"/>
              <a:gd name="connsiteY8" fmla="*/ 5260787 h 5260787"/>
              <a:gd name="connsiteX9" fmla="*/ 295225 w 2504250"/>
              <a:gd name="connsiteY9" fmla="*/ 5260787 h 5260787"/>
              <a:gd name="connsiteX10" fmla="*/ 0 w 2504250"/>
              <a:gd name="connsiteY10" fmla="*/ 5008098 h 5260787"/>
              <a:gd name="connsiteX11" fmla="*/ 42536 w 2504250"/>
              <a:gd name="connsiteY11" fmla="*/ 337588 h 5260787"/>
              <a:gd name="connsiteX12" fmla="*/ 377136 w 2504250"/>
              <a:gd name="connsiteY12" fmla="*/ 2988 h 5260787"/>
              <a:gd name="connsiteX0" fmla="*/ 377136 w 2504250"/>
              <a:gd name="connsiteY0" fmla="*/ 2988 h 5339780"/>
              <a:gd name="connsiteX1" fmla="*/ 585398 w 2504250"/>
              <a:gd name="connsiteY1" fmla="*/ 0 h 5339780"/>
              <a:gd name="connsiteX2" fmla="*/ 763198 w 2504250"/>
              <a:gd name="connsiteY2" fmla="*/ 183847 h 5339780"/>
              <a:gd name="connsiteX3" fmla="*/ 1754544 w 2504250"/>
              <a:gd name="connsiteY3" fmla="*/ 195940 h 5339780"/>
              <a:gd name="connsiteX4" fmla="*/ 1924342 w 2504250"/>
              <a:gd name="connsiteY4" fmla="*/ 14513 h 5339780"/>
              <a:gd name="connsiteX5" fmla="*/ 2139267 w 2504250"/>
              <a:gd name="connsiteY5" fmla="*/ 15141 h 5339780"/>
              <a:gd name="connsiteX6" fmla="*/ 2504250 w 2504250"/>
              <a:gd name="connsiteY6" fmla="*/ 331512 h 5339780"/>
              <a:gd name="connsiteX7" fmla="*/ 2467790 w 2504250"/>
              <a:gd name="connsiteY7" fmla="*/ 5032403 h 5339780"/>
              <a:gd name="connsiteX8" fmla="*/ 2196871 w 2504250"/>
              <a:gd name="connsiteY8" fmla="*/ 5339780 h 5339780"/>
              <a:gd name="connsiteX9" fmla="*/ 295225 w 2504250"/>
              <a:gd name="connsiteY9" fmla="*/ 5260787 h 5339780"/>
              <a:gd name="connsiteX10" fmla="*/ 0 w 2504250"/>
              <a:gd name="connsiteY10" fmla="*/ 5008098 h 5339780"/>
              <a:gd name="connsiteX11" fmla="*/ 42536 w 2504250"/>
              <a:gd name="connsiteY11" fmla="*/ 337588 h 5339780"/>
              <a:gd name="connsiteX12" fmla="*/ 377136 w 2504250"/>
              <a:gd name="connsiteY12" fmla="*/ 2988 h 5339780"/>
              <a:gd name="connsiteX0" fmla="*/ 377136 w 2504250"/>
              <a:gd name="connsiteY0" fmla="*/ 2988 h 5345856"/>
              <a:gd name="connsiteX1" fmla="*/ 585398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9065 h 5351933"/>
              <a:gd name="connsiteX1" fmla="*/ 585398 w 2504250"/>
              <a:gd name="connsiteY1" fmla="*/ 0 h 5351933"/>
              <a:gd name="connsiteX2" fmla="*/ 763198 w 2504250"/>
              <a:gd name="connsiteY2" fmla="*/ 189924 h 5351933"/>
              <a:gd name="connsiteX3" fmla="*/ 1754544 w 2504250"/>
              <a:gd name="connsiteY3" fmla="*/ 202017 h 5351933"/>
              <a:gd name="connsiteX4" fmla="*/ 1924342 w 2504250"/>
              <a:gd name="connsiteY4" fmla="*/ 20590 h 5351933"/>
              <a:gd name="connsiteX5" fmla="*/ 2139267 w 2504250"/>
              <a:gd name="connsiteY5" fmla="*/ 21218 h 5351933"/>
              <a:gd name="connsiteX6" fmla="*/ 2504250 w 2504250"/>
              <a:gd name="connsiteY6" fmla="*/ 337589 h 5351933"/>
              <a:gd name="connsiteX7" fmla="*/ 2467790 w 2504250"/>
              <a:gd name="connsiteY7" fmla="*/ 5038480 h 5351933"/>
              <a:gd name="connsiteX8" fmla="*/ 2196871 w 2504250"/>
              <a:gd name="connsiteY8" fmla="*/ 5345857 h 5351933"/>
              <a:gd name="connsiteX9" fmla="*/ 307378 w 2504250"/>
              <a:gd name="connsiteY9" fmla="*/ 5351933 h 5351933"/>
              <a:gd name="connsiteX10" fmla="*/ 0 w 2504250"/>
              <a:gd name="connsiteY10" fmla="*/ 5014175 h 5351933"/>
              <a:gd name="connsiteX11" fmla="*/ 42536 w 2504250"/>
              <a:gd name="connsiteY11" fmla="*/ 343665 h 5351933"/>
              <a:gd name="connsiteX12" fmla="*/ 377136 w 2504250"/>
              <a:gd name="connsiteY12" fmla="*/ 9065 h 5351933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54544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63198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1003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4846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95940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36314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66697 w 2504250"/>
              <a:gd name="connsiteY3" fmla="*/ 189864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827464 w 2504250"/>
              <a:gd name="connsiteY3" fmla="*/ 195941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5856"/>
              <a:gd name="connsiteX1" fmla="*/ 615781 w 2504250"/>
              <a:gd name="connsiteY1" fmla="*/ 0 h 5345856"/>
              <a:gd name="connsiteX2" fmla="*/ 732815 w 2504250"/>
              <a:gd name="connsiteY2" fmla="*/ 183847 h 5345856"/>
              <a:gd name="connsiteX3" fmla="*/ 1797081 w 2504250"/>
              <a:gd name="connsiteY3" fmla="*/ 189865 h 5345856"/>
              <a:gd name="connsiteX4" fmla="*/ 1924342 w 2504250"/>
              <a:gd name="connsiteY4" fmla="*/ 14513 h 5345856"/>
              <a:gd name="connsiteX5" fmla="*/ 2139267 w 2504250"/>
              <a:gd name="connsiteY5" fmla="*/ 15141 h 5345856"/>
              <a:gd name="connsiteX6" fmla="*/ 2504250 w 2504250"/>
              <a:gd name="connsiteY6" fmla="*/ 331512 h 5345856"/>
              <a:gd name="connsiteX7" fmla="*/ 2467790 w 2504250"/>
              <a:gd name="connsiteY7" fmla="*/ 5032403 h 5345856"/>
              <a:gd name="connsiteX8" fmla="*/ 2196871 w 2504250"/>
              <a:gd name="connsiteY8" fmla="*/ 5339780 h 5345856"/>
              <a:gd name="connsiteX9" fmla="*/ 307378 w 2504250"/>
              <a:gd name="connsiteY9" fmla="*/ 5345856 h 5345856"/>
              <a:gd name="connsiteX10" fmla="*/ 0 w 2504250"/>
              <a:gd name="connsiteY10" fmla="*/ 5008098 h 5345856"/>
              <a:gd name="connsiteX11" fmla="*/ 42536 w 2504250"/>
              <a:gd name="connsiteY11" fmla="*/ 337588 h 5345856"/>
              <a:gd name="connsiteX12" fmla="*/ 377136 w 2504250"/>
              <a:gd name="connsiteY12" fmla="*/ 2988 h 5345856"/>
              <a:gd name="connsiteX0" fmla="*/ 377136 w 2504250"/>
              <a:gd name="connsiteY0" fmla="*/ 2988 h 5346043"/>
              <a:gd name="connsiteX1" fmla="*/ 615781 w 2504250"/>
              <a:gd name="connsiteY1" fmla="*/ 0 h 5346043"/>
              <a:gd name="connsiteX2" fmla="*/ 732815 w 2504250"/>
              <a:gd name="connsiteY2" fmla="*/ 183847 h 5346043"/>
              <a:gd name="connsiteX3" fmla="*/ 1797081 w 2504250"/>
              <a:gd name="connsiteY3" fmla="*/ 189865 h 5346043"/>
              <a:gd name="connsiteX4" fmla="*/ 1924342 w 2504250"/>
              <a:gd name="connsiteY4" fmla="*/ 14513 h 5346043"/>
              <a:gd name="connsiteX5" fmla="*/ 2139267 w 2504250"/>
              <a:gd name="connsiteY5" fmla="*/ 15141 h 5346043"/>
              <a:gd name="connsiteX6" fmla="*/ 2504250 w 2504250"/>
              <a:gd name="connsiteY6" fmla="*/ 331512 h 5346043"/>
              <a:gd name="connsiteX7" fmla="*/ 2467790 w 2504250"/>
              <a:gd name="connsiteY7" fmla="*/ 5032403 h 5346043"/>
              <a:gd name="connsiteX8" fmla="*/ 2196871 w 2504250"/>
              <a:gd name="connsiteY8" fmla="*/ 5339780 h 5346043"/>
              <a:gd name="connsiteX9" fmla="*/ 307378 w 2504250"/>
              <a:gd name="connsiteY9" fmla="*/ 5345856 h 5346043"/>
              <a:gd name="connsiteX10" fmla="*/ 0 w 2504250"/>
              <a:gd name="connsiteY10" fmla="*/ 5008098 h 5346043"/>
              <a:gd name="connsiteX11" fmla="*/ 42536 w 2504250"/>
              <a:gd name="connsiteY11" fmla="*/ 337588 h 5346043"/>
              <a:gd name="connsiteX12" fmla="*/ 377136 w 2504250"/>
              <a:gd name="connsiteY12" fmla="*/ 2988 h 5346043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  <a:gd name="connsiteX0" fmla="*/ 377136 w 2504250"/>
              <a:gd name="connsiteY0" fmla="*/ 2988 h 5346138"/>
              <a:gd name="connsiteX1" fmla="*/ 615781 w 2504250"/>
              <a:gd name="connsiteY1" fmla="*/ 0 h 5346138"/>
              <a:gd name="connsiteX2" fmla="*/ 732815 w 2504250"/>
              <a:gd name="connsiteY2" fmla="*/ 183847 h 5346138"/>
              <a:gd name="connsiteX3" fmla="*/ 1797081 w 2504250"/>
              <a:gd name="connsiteY3" fmla="*/ 189865 h 5346138"/>
              <a:gd name="connsiteX4" fmla="*/ 1924342 w 2504250"/>
              <a:gd name="connsiteY4" fmla="*/ 14513 h 5346138"/>
              <a:gd name="connsiteX5" fmla="*/ 2139267 w 2504250"/>
              <a:gd name="connsiteY5" fmla="*/ 15141 h 5346138"/>
              <a:gd name="connsiteX6" fmla="*/ 2504250 w 2504250"/>
              <a:gd name="connsiteY6" fmla="*/ 331512 h 5346138"/>
              <a:gd name="connsiteX7" fmla="*/ 2467790 w 2504250"/>
              <a:gd name="connsiteY7" fmla="*/ 5032403 h 5346138"/>
              <a:gd name="connsiteX8" fmla="*/ 2196871 w 2504250"/>
              <a:gd name="connsiteY8" fmla="*/ 5339780 h 5346138"/>
              <a:gd name="connsiteX9" fmla="*/ 307378 w 2504250"/>
              <a:gd name="connsiteY9" fmla="*/ 5345856 h 5346138"/>
              <a:gd name="connsiteX10" fmla="*/ 0 w 2504250"/>
              <a:gd name="connsiteY10" fmla="*/ 5008098 h 5346138"/>
              <a:gd name="connsiteX11" fmla="*/ 42536 w 2504250"/>
              <a:gd name="connsiteY11" fmla="*/ 337588 h 5346138"/>
              <a:gd name="connsiteX12" fmla="*/ 377136 w 2504250"/>
              <a:gd name="connsiteY12" fmla="*/ 2988 h 53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04250" h="5346138">
                <a:moveTo>
                  <a:pt x="377136" y="2988"/>
                </a:moveTo>
                <a:lnTo>
                  <a:pt x="615781" y="0"/>
                </a:lnTo>
                <a:cubicBezTo>
                  <a:pt x="609076" y="145653"/>
                  <a:pt x="623728" y="183349"/>
                  <a:pt x="732815" y="183847"/>
                </a:cubicBezTo>
                <a:lnTo>
                  <a:pt x="1797081" y="189865"/>
                </a:lnTo>
                <a:cubicBezTo>
                  <a:pt x="1934849" y="204177"/>
                  <a:pt x="1929090" y="40595"/>
                  <a:pt x="1924342" y="14513"/>
                </a:cubicBezTo>
                <a:cubicBezTo>
                  <a:pt x="2034905" y="12563"/>
                  <a:pt x="2068894" y="9906"/>
                  <a:pt x="2139267" y="15141"/>
                </a:cubicBezTo>
                <a:cubicBezTo>
                  <a:pt x="2324061" y="15141"/>
                  <a:pt x="2504250" y="146718"/>
                  <a:pt x="2504250" y="331512"/>
                </a:cubicBezTo>
                <a:lnTo>
                  <a:pt x="2467790" y="5032403"/>
                </a:lnTo>
                <a:cubicBezTo>
                  <a:pt x="2475048" y="5237273"/>
                  <a:pt x="2387227" y="5339780"/>
                  <a:pt x="2196871" y="5339780"/>
                </a:cubicBezTo>
                <a:lnTo>
                  <a:pt x="307378" y="5345856"/>
                </a:lnTo>
                <a:cubicBezTo>
                  <a:pt x="80736" y="5353114"/>
                  <a:pt x="7257" y="5220226"/>
                  <a:pt x="0" y="5008098"/>
                </a:cubicBezTo>
                <a:lnTo>
                  <a:pt x="42536" y="337588"/>
                </a:lnTo>
                <a:cubicBezTo>
                  <a:pt x="42536" y="152794"/>
                  <a:pt x="192342" y="2988"/>
                  <a:pt x="377136" y="2988"/>
                </a:cubicBezTo>
                <a:close/>
              </a:path>
            </a:pathLst>
          </a:custGeom>
          <a:pattFill prst="lgCheck">
            <a:fgClr>
              <a:srgbClr val="E7E6E6"/>
            </a:fgClr>
            <a:bgClr>
              <a:prstClr val="white"/>
            </a:bgClr>
          </a:pattFill>
        </p:spPr>
      </p:pic>
    </p:spTree>
    <p:extLst>
      <p:ext uri="{BB962C8B-B14F-4D97-AF65-F5344CB8AC3E}">
        <p14:creationId xmlns:p14="http://schemas.microsoft.com/office/powerpoint/2010/main" val="136512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8203C8-B981-D576-E770-24071BD57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7" y="135126"/>
            <a:ext cx="9778562" cy="651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5B26E58-FB59-7D7B-AD17-3F4E47E796F7}"/>
              </a:ext>
            </a:extLst>
          </p:cNvPr>
          <p:cNvSpPr/>
          <p:nvPr/>
        </p:nvSpPr>
        <p:spPr>
          <a:xfrm>
            <a:off x="10853529" y="-268356"/>
            <a:ext cx="1338471" cy="7126356"/>
          </a:xfrm>
          <a:prstGeom prst="rect">
            <a:avLst/>
          </a:prstGeom>
          <a:solidFill>
            <a:srgbClr val="FD2024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D202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7216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A72D0D-FEB8-527B-5076-F0D7CF448FB6}"/>
              </a:ext>
            </a:extLst>
          </p:cNvPr>
          <p:cNvSpPr/>
          <p:nvPr/>
        </p:nvSpPr>
        <p:spPr>
          <a:xfrm>
            <a:off x="-89452" y="-135943"/>
            <a:ext cx="12390781" cy="712430"/>
          </a:xfrm>
          <a:prstGeom prst="rect">
            <a:avLst/>
          </a:prstGeom>
          <a:solidFill>
            <a:srgbClr val="262F38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2CCCD-D526-4FD0-6947-E3F94D5136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5878" y="2126970"/>
            <a:ext cx="2055009" cy="347472"/>
          </a:xfrm>
        </p:spPr>
        <p:txBody>
          <a:bodyPr>
            <a:normAutofit/>
          </a:bodyPr>
          <a:lstStyle/>
          <a:p>
            <a:r>
              <a:rPr lang="en-US" dirty="0"/>
              <a:t>Schedule Pro UI</a:t>
            </a: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01039C4B-72F1-B935-877B-8C614C76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517" y="1034880"/>
            <a:ext cx="2945195" cy="2945195"/>
          </a:xfrm>
          <a:prstGeom prst="rect">
            <a:avLst/>
          </a:prstGeom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C726584-9349-77BD-4FA3-9322EC57F823}"/>
              </a:ext>
            </a:extLst>
          </p:cNvPr>
          <p:cNvSpPr txBox="1">
            <a:spLocks/>
          </p:cNvSpPr>
          <p:nvPr/>
        </p:nvSpPr>
        <p:spPr>
          <a:xfrm>
            <a:off x="3456857" y="647651"/>
            <a:ext cx="2792583" cy="347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sz="1800" b="1" i="0" kern="120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b="0" i="0" kern="120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9000"/>
              </a:buClr>
              <a:buFont typeface="Arial" charset="0"/>
              <a:buChar char="•"/>
              <a:defRPr sz="1400" b="0" i="0" kern="120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2024"/>
              </a:buClr>
              <a:buFontTx/>
              <a:buNone/>
              <a:defRPr sz="1800" b="0" i="0" kern="120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2024"/>
              </a:buClr>
              <a:buFontTx/>
              <a:buNone/>
              <a:defRPr sz="1800" b="0" i="0" kern="120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Scheduler API Swagger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1A16E08-B7A8-BA91-C756-A089A8BD1EA9}"/>
              </a:ext>
            </a:extLst>
          </p:cNvPr>
          <p:cNvSpPr txBox="1">
            <a:spLocks/>
          </p:cNvSpPr>
          <p:nvPr/>
        </p:nvSpPr>
        <p:spPr>
          <a:xfrm>
            <a:off x="634495" y="563178"/>
            <a:ext cx="2055009" cy="347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sz="1800" b="1" i="0" kern="1200" baseline="0">
                <a:solidFill>
                  <a:srgbClr val="E90013"/>
                </a:solidFill>
                <a:latin typeface="Sofia Pro Black" pitchFamily="2" charset="77"/>
                <a:ea typeface="Sofia Pro Black" pitchFamily="2" charset="77"/>
                <a:cs typeface="Sofia Pro Black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b="0" i="0" kern="1200">
                <a:solidFill>
                  <a:srgbClr val="FF9000"/>
                </a:solidFill>
                <a:latin typeface="Sofia Pro Medium" charset="0"/>
                <a:ea typeface="Sofia Pro Medium" charset="0"/>
                <a:cs typeface="Sofia Pro Medium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9000"/>
              </a:buClr>
              <a:buFont typeface="Arial" charset="0"/>
              <a:buChar char="•"/>
              <a:defRPr sz="1400" b="0" i="0" kern="120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2024"/>
              </a:buClr>
              <a:buFontTx/>
              <a:buNone/>
              <a:defRPr sz="1800" b="0" i="0" kern="120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D2024"/>
              </a:buClr>
              <a:buFontTx/>
              <a:buNone/>
              <a:defRPr sz="1800" b="0" i="0" kern="1200">
                <a:solidFill>
                  <a:srgbClr val="313E48"/>
                </a:solidFill>
                <a:latin typeface="Sofia Pro Medium" charset="0"/>
                <a:ea typeface="Sofia Pro Medium" charset="0"/>
                <a:cs typeface="Sofia Pro Medium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Schedule Pro UI</a:t>
            </a:r>
            <a:endParaRPr lang="en-US" dirty="0"/>
          </a:p>
        </p:txBody>
      </p:sp>
      <p:pic>
        <p:nvPicPr>
          <p:cNvPr id="19" name="Picture 18">
            <a:hlinkClick r:id="rId4"/>
            <a:extLst>
              <a:ext uri="{FF2B5EF4-FFF2-40B4-BE49-F238E27FC236}">
                <a16:creationId xmlns:a16="http://schemas.microsoft.com/office/drawing/2014/main" id="{1C552C31-3E30-1398-53A4-682535B6E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692" y="1001844"/>
            <a:ext cx="2945195" cy="2945195"/>
          </a:xfrm>
          <a:prstGeom prst="rect">
            <a:avLst/>
          </a:prstGeom>
        </p:spPr>
      </p:pic>
      <p:pic>
        <p:nvPicPr>
          <p:cNvPr id="21" name="Picture 2" descr="Finally! It's demo time! - | Make a Meme">
            <a:extLst>
              <a:ext uri="{FF2B5EF4-FFF2-40B4-BE49-F238E27FC236}">
                <a16:creationId xmlns:a16="http://schemas.microsoft.com/office/drawing/2014/main" id="{19AEA406-B860-06B1-F26C-D51EF6EE3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164" y="1166824"/>
            <a:ext cx="4027920" cy="516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61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9850D3E-AE96-0C09-51B2-060C6CB14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99676" y="1225979"/>
            <a:ext cx="8040103" cy="439523"/>
          </a:xfrm>
        </p:spPr>
        <p:txBody>
          <a:bodyPr/>
          <a:lstStyle/>
          <a:p>
            <a:r>
              <a:rPr lang="en-US" sz="2000" dirty="0"/>
              <a:t>What’s next?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CF94D-F4BF-D91E-7EEB-A171C3CB3CD9}"/>
              </a:ext>
            </a:extLst>
          </p:cNvPr>
          <p:cNvSpPr/>
          <p:nvPr/>
        </p:nvSpPr>
        <p:spPr>
          <a:xfrm>
            <a:off x="-89452" y="-78793"/>
            <a:ext cx="12390781" cy="712430"/>
          </a:xfrm>
          <a:prstGeom prst="rect">
            <a:avLst/>
          </a:prstGeom>
          <a:solidFill>
            <a:srgbClr val="262F38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8BEE3-1B1D-35A1-F790-40152E0BDFC4}"/>
              </a:ext>
            </a:extLst>
          </p:cNvPr>
          <p:cNvSpPr txBox="1"/>
          <p:nvPr/>
        </p:nvSpPr>
        <p:spPr>
          <a:xfrm>
            <a:off x="760373" y="1838325"/>
            <a:ext cx="81750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MCP with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Explore if </a:t>
            </a:r>
            <a:r>
              <a:rPr lang="en-US" dirty="0" err="1"/>
              <a:t>LangChain</a:t>
            </a:r>
            <a:r>
              <a:rPr lang="en-US" dirty="0"/>
              <a:t> could aide with conversation state and improver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Possibly a scheduling orchestration framework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3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B5663D9-43E0-4045-A057-A058989B0606}" vid="{F89D0A1C-686E-4409-84E6-4F0169848C9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B5663D9-43E0-4045-A057-A058989B0606}" vid="{7F666E9D-7C7F-4519-80AB-98CCEE21EEAC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EEDD4831DF94E9C529B605920A4A5" ma:contentTypeVersion="7" ma:contentTypeDescription="Create a new document." ma:contentTypeScope="" ma:versionID="a834790fa2e950dd3aa9bae06f71d11b">
  <xsd:schema xmlns:xsd="http://www.w3.org/2001/XMLSchema" xmlns:xs="http://www.w3.org/2001/XMLSchema" xmlns:p="http://schemas.microsoft.com/office/2006/metadata/properties" xmlns:ns3="71687160-d7d2-4465-be2f-791ef3748470" xmlns:ns4="469e06bf-66f3-48e3-8edb-6f82d221c140" targetNamespace="http://schemas.microsoft.com/office/2006/metadata/properties" ma:root="true" ma:fieldsID="0b5dc6ccf438c035ec88230e8b032826" ns3:_="" ns4:_="">
    <xsd:import namespace="71687160-d7d2-4465-be2f-791ef3748470"/>
    <xsd:import namespace="469e06bf-66f3-48e3-8edb-6f82d221c1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87160-d7d2-4465-be2f-791ef37484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e06bf-66f3-48e3-8edb-6f82d221c14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BF769E-7CC9-4453-BA5B-54351FCFF6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687160-d7d2-4465-be2f-791ef3748470"/>
    <ds:schemaRef ds:uri="469e06bf-66f3-48e3-8edb-6f82d221c1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412C15-20FF-4E6D-A1D0-4A4D1BBA39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DDF40C-D790-44AC-8EA3-D828453D7B1E}">
  <ds:schemaRefs>
    <ds:schemaRef ds:uri="http://purl.org/dc/terms/"/>
    <ds:schemaRef ds:uri="71687160-d7d2-4465-be2f-791ef3748470"/>
    <ds:schemaRef ds:uri="469e06bf-66f3-48e3-8edb-6f82d221c14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0d9abbc-a5c2-4590-aa27-86b9a8be4f6e}" enabled="0" method="" siteId="{e0d9abbc-a5c2-4590-aa27-86b9a8be4f6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Paylocity Template</Template>
  <TotalTime>9372</TotalTime>
  <Words>421</Words>
  <Application>Microsoft Office PowerPoint</Application>
  <PresentationFormat>Widescreen</PresentationFormat>
  <Paragraphs>52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 Display</vt:lpstr>
      <vt:lpstr>Sofia Pro Black</vt:lpstr>
      <vt:lpstr>Aptos</vt:lpstr>
      <vt:lpstr>Arial</vt:lpstr>
      <vt:lpstr>Calibri</vt:lpstr>
      <vt:lpstr>Sofia Pro Medium</vt:lpstr>
      <vt:lpstr>Office Theme</vt:lpstr>
      <vt:lpstr>Custom Design</vt:lpstr>
      <vt:lpstr>1_Office Theme</vt:lpstr>
      <vt:lpstr>Natural Language API-Driven Scheduling Agent</vt:lpstr>
      <vt:lpstr>PowerPoint Presentation</vt:lpstr>
      <vt:lpstr>PowerPoint Presentation</vt:lpstr>
      <vt:lpstr>PowerPoint Presentation</vt:lpstr>
      <vt:lpstr>PowerPoint Presentation</vt:lpstr>
      <vt:lpstr>What’s next?</vt:lpstr>
    </vt:vector>
  </TitlesOfParts>
  <Company>Paylocity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HCM Team  Strategic initiatives aimed at integrating Benefits across the HCM suite and giving tools and insights to our partners.</dc:title>
  <dc:creator>Crystal Petit Frere</dc:creator>
  <cp:lastModifiedBy>Andie Andrews</cp:lastModifiedBy>
  <cp:revision>36</cp:revision>
  <dcterms:created xsi:type="dcterms:W3CDTF">2020-05-01T15:12:58Z</dcterms:created>
  <dcterms:modified xsi:type="dcterms:W3CDTF">2026-04-21T17:39:26Z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0x010100628EEDD4831DF94E9C529B605920A4A5</vt:lpwstr>
  </property>
</Properties>
</file>